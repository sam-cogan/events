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673" r:id="rId6"/>
  </p:sldMasterIdLst>
  <p:notesMasterIdLst>
    <p:notesMasterId r:id="rId27"/>
  </p:notesMasterIdLst>
  <p:sldIdLst>
    <p:sldId id="287" r:id="rId7"/>
    <p:sldId id="289" r:id="rId8"/>
    <p:sldId id="290" r:id="rId9"/>
    <p:sldId id="294" r:id="rId10"/>
    <p:sldId id="1660" r:id="rId11"/>
    <p:sldId id="1904" r:id="rId12"/>
    <p:sldId id="1900" r:id="rId13"/>
    <p:sldId id="1907" r:id="rId14"/>
    <p:sldId id="1670" r:id="rId15"/>
    <p:sldId id="1908" r:id="rId16"/>
    <p:sldId id="1901" r:id="rId17"/>
    <p:sldId id="1913" r:id="rId18"/>
    <p:sldId id="1902" r:id="rId19"/>
    <p:sldId id="1909" r:id="rId20"/>
    <p:sldId id="1910" r:id="rId21"/>
    <p:sldId id="1903" r:id="rId22"/>
    <p:sldId id="1906" r:id="rId23"/>
    <p:sldId id="1905" r:id="rId24"/>
    <p:sldId id="1914" r:id="rId25"/>
    <p:sldId id="293" r:id="rId2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ginn" id="{433C12D7-4B1D-450F-A9AC-6151873D2426}">
          <p14:sldIdLst>
            <p14:sldId id="287"/>
            <p14:sldId id="289"/>
          </p14:sldIdLst>
        </p14:section>
        <p14:section name="Sponsor" id="{EFB663DF-87DA-41CA-A02A-4FC23A3E48D4}">
          <p14:sldIdLst>
            <p14:sldId id="290"/>
          </p14:sldIdLst>
        </p14:section>
        <p14:section name="Speaker" id="{B245D2BA-7027-4704-A3DF-C87B0053D9BF}">
          <p14:sldIdLst>
            <p14:sldId id="294"/>
          </p14:sldIdLst>
        </p14:section>
        <p14:section name="Agenda" id="{F080741B-91EF-4453-A1D5-2E40C349F346}">
          <p14:sldIdLst/>
        </p14:section>
        <p14:section name="Content" id="{13510B5E-3710-49F7-88D2-8A7A75E46E4E}">
          <p14:sldIdLst>
            <p14:sldId id="1660"/>
            <p14:sldId id="1904"/>
            <p14:sldId id="1900"/>
            <p14:sldId id="1907"/>
            <p14:sldId id="1670"/>
            <p14:sldId id="1908"/>
            <p14:sldId id="1901"/>
            <p14:sldId id="1913"/>
            <p14:sldId id="1902"/>
            <p14:sldId id="1909"/>
            <p14:sldId id="1910"/>
            <p14:sldId id="1903"/>
            <p14:sldId id="1906"/>
            <p14:sldId id="1905"/>
          </p14:sldIdLst>
        </p14:section>
        <p14:section name="End + Feedback" id="{70CE2092-0871-4BC2-BC09-E7FC8122351E}">
          <p14:sldIdLst>
            <p14:sldId id="1914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45" autoAdjust="0"/>
    <p:restoredTop sz="94660"/>
  </p:normalViewPr>
  <p:slideViewPr>
    <p:cSldViewPr snapToGrid="0">
      <p:cViewPr>
        <p:scale>
          <a:sx n="112" d="100"/>
          <a:sy n="112" d="100"/>
        </p:scale>
        <p:origin x="76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C5AADA-7041-4C71-A7DF-EB8895902B02}" type="doc">
      <dgm:prSet loTypeId="urn:microsoft.com/office/officeart/2005/8/layout/cycle5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F743E4C-1C98-4FA2-8223-603D326EEA58}">
      <dgm:prSet phldrT="[Text]"/>
      <dgm:spPr/>
      <dgm:t>
        <a:bodyPr/>
        <a:lstStyle/>
        <a:p>
          <a:r>
            <a:rPr lang="en-GB" dirty="0"/>
            <a:t>Review</a:t>
          </a:r>
          <a:endParaRPr lang="en-US" dirty="0"/>
        </a:p>
      </dgm:t>
    </dgm:pt>
    <dgm:pt modelId="{96E3E986-87F6-4BF0-BBE5-5C41A8C699DA}" type="parTrans" cxnId="{43B3DAE0-AD2F-4677-8F25-B925EEB291DC}">
      <dgm:prSet/>
      <dgm:spPr/>
      <dgm:t>
        <a:bodyPr/>
        <a:lstStyle/>
        <a:p>
          <a:endParaRPr lang="en-US"/>
        </a:p>
      </dgm:t>
    </dgm:pt>
    <dgm:pt modelId="{47513789-524C-421B-8F78-071BAFC2D078}" type="sibTrans" cxnId="{43B3DAE0-AD2F-4677-8F25-B925EEB291DC}">
      <dgm:prSet/>
      <dgm:spPr/>
      <dgm:t>
        <a:bodyPr/>
        <a:lstStyle/>
        <a:p>
          <a:endParaRPr lang="en-US"/>
        </a:p>
      </dgm:t>
    </dgm:pt>
    <dgm:pt modelId="{E11220A4-B00D-4799-A025-6E9640CC8EF7}">
      <dgm:prSet phldrT="[Text]"/>
      <dgm:spPr/>
      <dgm:t>
        <a:bodyPr/>
        <a:lstStyle/>
        <a:p>
          <a:r>
            <a:rPr lang="en-GB" dirty="0"/>
            <a:t>Organise</a:t>
          </a:r>
          <a:endParaRPr lang="en-US" dirty="0"/>
        </a:p>
      </dgm:t>
    </dgm:pt>
    <dgm:pt modelId="{DDAC2DA9-4739-4AD1-BBF1-1F8528E98D52}" type="parTrans" cxnId="{F5E06A91-198C-4C59-AA19-C27A3796F3B5}">
      <dgm:prSet/>
      <dgm:spPr/>
      <dgm:t>
        <a:bodyPr/>
        <a:lstStyle/>
        <a:p>
          <a:endParaRPr lang="en-US"/>
        </a:p>
      </dgm:t>
    </dgm:pt>
    <dgm:pt modelId="{96B87EA1-822B-46D5-BC3F-D4ED01FAD7EF}" type="sibTrans" cxnId="{F5E06A91-198C-4C59-AA19-C27A3796F3B5}">
      <dgm:prSet/>
      <dgm:spPr/>
      <dgm:t>
        <a:bodyPr/>
        <a:lstStyle/>
        <a:p>
          <a:endParaRPr lang="en-US"/>
        </a:p>
      </dgm:t>
    </dgm:pt>
    <dgm:pt modelId="{10BB9FAF-8BB1-4061-9046-B9FDE42C6D6A}">
      <dgm:prSet phldrT="[Text]"/>
      <dgm:spPr/>
      <dgm:t>
        <a:bodyPr/>
        <a:lstStyle/>
        <a:p>
          <a:r>
            <a:rPr lang="en-GB" dirty="0"/>
            <a:t>Audit</a:t>
          </a:r>
          <a:endParaRPr lang="en-US" dirty="0"/>
        </a:p>
      </dgm:t>
    </dgm:pt>
    <dgm:pt modelId="{4B0FC9ED-7F4B-4B60-B29A-237D0ECA647B}" type="parTrans" cxnId="{5FDD1E9C-9B3B-44AB-AA21-9066F249EEB4}">
      <dgm:prSet/>
      <dgm:spPr/>
      <dgm:t>
        <a:bodyPr/>
        <a:lstStyle/>
        <a:p>
          <a:endParaRPr lang="en-US"/>
        </a:p>
      </dgm:t>
    </dgm:pt>
    <dgm:pt modelId="{4B10E17D-E409-4A57-8B4C-37374FA7960D}" type="sibTrans" cxnId="{5FDD1E9C-9B3B-44AB-AA21-9066F249EEB4}">
      <dgm:prSet/>
      <dgm:spPr/>
      <dgm:t>
        <a:bodyPr/>
        <a:lstStyle/>
        <a:p>
          <a:endParaRPr lang="en-US"/>
        </a:p>
      </dgm:t>
    </dgm:pt>
    <dgm:pt modelId="{6FE67322-BD98-4026-8BB6-1B7D30EBA3C5}">
      <dgm:prSet phldrT="[Text]"/>
      <dgm:spPr/>
      <dgm:t>
        <a:bodyPr/>
        <a:lstStyle/>
        <a:p>
          <a:r>
            <a:rPr lang="en-GB" dirty="0"/>
            <a:t>Enforce</a:t>
          </a:r>
          <a:endParaRPr lang="en-US" dirty="0"/>
        </a:p>
      </dgm:t>
    </dgm:pt>
    <dgm:pt modelId="{0B9DFDC2-3C08-4809-A18D-4DDBA1380290}" type="parTrans" cxnId="{921D1655-E9C5-4DE7-8E0B-3402B5866256}">
      <dgm:prSet/>
      <dgm:spPr/>
      <dgm:t>
        <a:bodyPr/>
        <a:lstStyle/>
        <a:p>
          <a:endParaRPr lang="en-US"/>
        </a:p>
      </dgm:t>
    </dgm:pt>
    <dgm:pt modelId="{0D0CCD92-E3AB-4512-8F38-A0B5EC9B0C57}" type="sibTrans" cxnId="{921D1655-E9C5-4DE7-8E0B-3402B5866256}">
      <dgm:prSet/>
      <dgm:spPr/>
      <dgm:t>
        <a:bodyPr/>
        <a:lstStyle/>
        <a:p>
          <a:endParaRPr lang="en-US"/>
        </a:p>
      </dgm:t>
    </dgm:pt>
    <dgm:pt modelId="{528B4960-B9EE-4DAB-99E9-5CAC55347F69}" type="pres">
      <dgm:prSet presAssocID="{F1C5AADA-7041-4C71-A7DF-EB8895902B02}" presName="cycle" presStyleCnt="0">
        <dgm:presLayoutVars>
          <dgm:dir/>
          <dgm:resizeHandles val="exact"/>
        </dgm:presLayoutVars>
      </dgm:prSet>
      <dgm:spPr/>
    </dgm:pt>
    <dgm:pt modelId="{168B8E45-001F-434B-80F1-1BD9071E6D44}" type="pres">
      <dgm:prSet presAssocID="{5F743E4C-1C98-4FA2-8223-603D326EEA58}" presName="node" presStyleLbl="node1" presStyleIdx="0" presStyleCnt="4">
        <dgm:presLayoutVars>
          <dgm:bulletEnabled val="1"/>
        </dgm:presLayoutVars>
      </dgm:prSet>
      <dgm:spPr/>
    </dgm:pt>
    <dgm:pt modelId="{1DA8728F-02FE-4934-AE09-3143036C208A}" type="pres">
      <dgm:prSet presAssocID="{5F743E4C-1C98-4FA2-8223-603D326EEA58}" presName="spNode" presStyleCnt="0"/>
      <dgm:spPr/>
    </dgm:pt>
    <dgm:pt modelId="{390B5EFC-8CC6-476B-9718-CBC02E4D23D6}" type="pres">
      <dgm:prSet presAssocID="{47513789-524C-421B-8F78-071BAFC2D078}" presName="sibTrans" presStyleLbl="sibTrans1D1" presStyleIdx="0" presStyleCnt="4"/>
      <dgm:spPr/>
    </dgm:pt>
    <dgm:pt modelId="{1AE2551D-5DEB-414E-8E1D-C53609ED3EB7}" type="pres">
      <dgm:prSet presAssocID="{E11220A4-B00D-4799-A025-6E9640CC8EF7}" presName="node" presStyleLbl="node1" presStyleIdx="1" presStyleCnt="4">
        <dgm:presLayoutVars>
          <dgm:bulletEnabled val="1"/>
        </dgm:presLayoutVars>
      </dgm:prSet>
      <dgm:spPr/>
    </dgm:pt>
    <dgm:pt modelId="{11199CD6-850E-4670-949D-30C015E81BAA}" type="pres">
      <dgm:prSet presAssocID="{E11220A4-B00D-4799-A025-6E9640CC8EF7}" presName="spNode" presStyleCnt="0"/>
      <dgm:spPr/>
    </dgm:pt>
    <dgm:pt modelId="{6BA6B05B-195D-4DF2-8CC9-41B989182537}" type="pres">
      <dgm:prSet presAssocID="{96B87EA1-822B-46D5-BC3F-D4ED01FAD7EF}" presName="sibTrans" presStyleLbl="sibTrans1D1" presStyleIdx="1" presStyleCnt="4"/>
      <dgm:spPr/>
    </dgm:pt>
    <dgm:pt modelId="{DEFD0EB8-C6C2-4521-A878-B56162E5D8CD}" type="pres">
      <dgm:prSet presAssocID="{10BB9FAF-8BB1-4061-9046-B9FDE42C6D6A}" presName="node" presStyleLbl="node1" presStyleIdx="2" presStyleCnt="4">
        <dgm:presLayoutVars>
          <dgm:bulletEnabled val="1"/>
        </dgm:presLayoutVars>
      </dgm:prSet>
      <dgm:spPr/>
    </dgm:pt>
    <dgm:pt modelId="{33A9B1A0-F529-4F8E-A9F6-FE80BD899948}" type="pres">
      <dgm:prSet presAssocID="{10BB9FAF-8BB1-4061-9046-B9FDE42C6D6A}" presName="spNode" presStyleCnt="0"/>
      <dgm:spPr/>
    </dgm:pt>
    <dgm:pt modelId="{DAD8D10D-2775-4B62-B7FB-3FDAF5D5602D}" type="pres">
      <dgm:prSet presAssocID="{4B10E17D-E409-4A57-8B4C-37374FA7960D}" presName="sibTrans" presStyleLbl="sibTrans1D1" presStyleIdx="2" presStyleCnt="4"/>
      <dgm:spPr/>
    </dgm:pt>
    <dgm:pt modelId="{213FFF25-27E7-412E-9023-1B9CD5603F16}" type="pres">
      <dgm:prSet presAssocID="{6FE67322-BD98-4026-8BB6-1B7D30EBA3C5}" presName="node" presStyleLbl="node1" presStyleIdx="3" presStyleCnt="4">
        <dgm:presLayoutVars>
          <dgm:bulletEnabled val="1"/>
        </dgm:presLayoutVars>
      </dgm:prSet>
      <dgm:spPr/>
    </dgm:pt>
    <dgm:pt modelId="{231D744E-0EAC-4D05-8565-813C977D3CA3}" type="pres">
      <dgm:prSet presAssocID="{6FE67322-BD98-4026-8BB6-1B7D30EBA3C5}" presName="spNode" presStyleCnt="0"/>
      <dgm:spPr/>
    </dgm:pt>
    <dgm:pt modelId="{BC053766-0B33-46E5-B7DE-D9AE069AD008}" type="pres">
      <dgm:prSet presAssocID="{0D0CCD92-E3AB-4512-8F38-A0B5EC9B0C57}" presName="sibTrans" presStyleLbl="sibTrans1D1" presStyleIdx="3" presStyleCnt="4"/>
      <dgm:spPr/>
    </dgm:pt>
  </dgm:ptLst>
  <dgm:cxnLst>
    <dgm:cxn modelId="{62C02015-CC20-4BF2-A04B-836DB0EE009D}" type="presOf" srcId="{5F743E4C-1C98-4FA2-8223-603D326EEA58}" destId="{168B8E45-001F-434B-80F1-1BD9071E6D44}" srcOrd="0" destOrd="0" presId="urn:microsoft.com/office/officeart/2005/8/layout/cycle5"/>
    <dgm:cxn modelId="{921D1655-E9C5-4DE7-8E0B-3402B5866256}" srcId="{F1C5AADA-7041-4C71-A7DF-EB8895902B02}" destId="{6FE67322-BD98-4026-8BB6-1B7D30EBA3C5}" srcOrd="3" destOrd="0" parTransId="{0B9DFDC2-3C08-4809-A18D-4DDBA1380290}" sibTransId="{0D0CCD92-E3AB-4512-8F38-A0B5EC9B0C57}"/>
    <dgm:cxn modelId="{AEBF337E-ABE3-4F31-A843-EC9856C3EF89}" type="presOf" srcId="{6FE67322-BD98-4026-8BB6-1B7D30EBA3C5}" destId="{213FFF25-27E7-412E-9023-1B9CD5603F16}" srcOrd="0" destOrd="0" presId="urn:microsoft.com/office/officeart/2005/8/layout/cycle5"/>
    <dgm:cxn modelId="{F5E06A91-198C-4C59-AA19-C27A3796F3B5}" srcId="{F1C5AADA-7041-4C71-A7DF-EB8895902B02}" destId="{E11220A4-B00D-4799-A025-6E9640CC8EF7}" srcOrd="1" destOrd="0" parTransId="{DDAC2DA9-4739-4AD1-BBF1-1F8528E98D52}" sibTransId="{96B87EA1-822B-46D5-BC3F-D4ED01FAD7EF}"/>
    <dgm:cxn modelId="{0ABDED98-24A2-4138-A4F7-7D923C0DA41B}" type="presOf" srcId="{10BB9FAF-8BB1-4061-9046-B9FDE42C6D6A}" destId="{DEFD0EB8-C6C2-4521-A878-B56162E5D8CD}" srcOrd="0" destOrd="0" presId="urn:microsoft.com/office/officeart/2005/8/layout/cycle5"/>
    <dgm:cxn modelId="{5FDD1E9C-9B3B-44AB-AA21-9066F249EEB4}" srcId="{F1C5AADA-7041-4C71-A7DF-EB8895902B02}" destId="{10BB9FAF-8BB1-4061-9046-B9FDE42C6D6A}" srcOrd="2" destOrd="0" parTransId="{4B0FC9ED-7F4B-4B60-B29A-237D0ECA647B}" sibTransId="{4B10E17D-E409-4A57-8B4C-37374FA7960D}"/>
    <dgm:cxn modelId="{E6AA95AB-248F-4AB0-8C50-AF76E326CC77}" type="presOf" srcId="{4B10E17D-E409-4A57-8B4C-37374FA7960D}" destId="{DAD8D10D-2775-4B62-B7FB-3FDAF5D5602D}" srcOrd="0" destOrd="0" presId="urn:microsoft.com/office/officeart/2005/8/layout/cycle5"/>
    <dgm:cxn modelId="{BB9D1CBB-9F29-4E18-99B7-091C223360E5}" type="presOf" srcId="{96B87EA1-822B-46D5-BC3F-D4ED01FAD7EF}" destId="{6BA6B05B-195D-4DF2-8CC9-41B989182537}" srcOrd="0" destOrd="0" presId="urn:microsoft.com/office/officeart/2005/8/layout/cycle5"/>
    <dgm:cxn modelId="{13E438BD-2435-43F5-91DD-138D587BBE0E}" type="presOf" srcId="{47513789-524C-421B-8F78-071BAFC2D078}" destId="{390B5EFC-8CC6-476B-9718-CBC02E4D23D6}" srcOrd="0" destOrd="0" presId="urn:microsoft.com/office/officeart/2005/8/layout/cycle5"/>
    <dgm:cxn modelId="{90DAA3BF-B532-458E-AA5A-7C13D8489F95}" type="presOf" srcId="{0D0CCD92-E3AB-4512-8F38-A0B5EC9B0C57}" destId="{BC053766-0B33-46E5-B7DE-D9AE069AD008}" srcOrd="0" destOrd="0" presId="urn:microsoft.com/office/officeart/2005/8/layout/cycle5"/>
    <dgm:cxn modelId="{43B3DAE0-AD2F-4677-8F25-B925EEB291DC}" srcId="{F1C5AADA-7041-4C71-A7DF-EB8895902B02}" destId="{5F743E4C-1C98-4FA2-8223-603D326EEA58}" srcOrd="0" destOrd="0" parTransId="{96E3E986-87F6-4BF0-BBE5-5C41A8C699DA}" sibTransId="{47513789-524C-421B-8F78-071BAFC2D078}"/>
    <dgm:cxn modelId="{229D9FF1-59C3-4DB8-BD6E-4C89583817B5}" type="presOf" srcId="{F1C5AADA-7041-4C71-A7DF-EB8895902B02}" destId="{528B4960-B9EE-4DAB-99E9-5CAC55347F69}" srcOrd="0" destOrd="0" presId="urn:microsoft.com/office/officeart/2005/8/layout/cycle5"/>
    <dgm:cxn modelId="{5966CBF8-ED26-4D1A-AD11-22194B7DEE42}" type="presOf" srcId="{E11220A4-B00D-4799-A025-6E9640CC8EF7}" destId="{1AE2551D-5DEB-414E-8E1D-C53609ED3EB7}" srcOrd="0" destOrd="0" presId="urn:microsoft.com/office/officeart/2005/8/layout/cycle5"/>
    <dgm:cxn modelId="{ECAE6028-4B7E-477A-AD26-CD9349C22698}" type="presParOf" srcId="{528B4960-B9EE-4DAB-99E9-5CAC55347F69}" destId="{168B8E45-001F-434B-80F1-1BD9071E6D44}" srcOrd="0" destOrd="0" presId="urn:microsoft.com/office/officeart/2005/8/layout/cycle5"/>
    <dgm:cxn modelId="{B2C2FDF5-3DB0-4D9D-A8D1-690A27DCCCD2}" type="presParOf" srcId="{528B4960-B9EE-4DAB-99E9-5CAC55347F69}" destId="{1DA8728F-02FE-4934-AE09-3143036C208A}" srcOrd="1" destOrd="0" presId="urn:microsoft.com/office/officeart/2005/8/layout/cycle5"/>
    <dgm:cxn modelId="{3BC700C5-979F-4E04-858B-73B5662773A5}" type="presParOf" srcId="{528B4960-B9EE-4DAB-99E9-5CAC55347F69}" destId="{390B5EFC-8CC6-476B-9718-CBC02E4D23D6}" srcOrd="2" destOrd="0" presId="urn:microsoft.com/office/officeart/2005/8/layout/cycle5"/>
    <dgm:cxn modelId="{7764FA21-8787-458D-A769-DED11970D866}" type="presParOf" srcId="{528B4960-B9EE-4DAB-99E9-5CAC55347F69}" destId="{1AE2551D-5DEB-414E-8E1D-C53609ED3EB7}" srcOrd="3" destOrd="0" presId="urn:microsoft.com/office/officeart/2005/8/layout/cycle5"/>
    <dgm:cxn modelId="{107CC2B9-10BB-4341-9A35-989D77E2AB64}" type="presParOf" srcId="{528B4960-B9EE-4DAB-99E9-5CAC55347F69}" destId="{11199CD6-850E-4670-949D-30C015E81BAA}" srcOrd="4" destOrd="0" presId="urn:microsoft.com/office/officeart/2005/8/layout/cycle5"/>
    <dgm:cxn modelId="{CE47338E-57F7-42D7-AB24-C6C1C013E5B3}" type="presParOf" srcId="{528B4960-B9EE-4DAB-99E9-5CAC55347F69}" destId="{6BA6B05B-195D-4DF2-8CC9-41B989182537}" srcOrd="5" destOrd="0" presId="urn:microsoft.com/office/officeart/2005/8/layout/cycle5"/>
    <dgm:cxn modelId="{CEE7286B-9ECF-49F2-B5B3-363FAE30B5F7}" type="presParOf" srcId="{528B4960-B9EE-4DAB-99E9-5CAC55347F69}" destId="{DEFD0EB8-C6C2-4521-A878-B56162E5D8CD}" srcOrd="6" destOrd="0" presId="urn:microsoft.com/office/officeart/2005/8/layout/cycle5"/>
    <dgm:cxn modelId="{CB6A3AED-E682-4FDE-AE0C-B3B6BEA2944C}" type="presParOf" srcId="{528B4960-B9EE-4DAB-99E9-5CAC55347F69}" destId="{33A9B1A0-F529-4F8E-A9F6-FE80BD899948}" srcOrd="7" destOrd="0" presId="urn:microsoft.com/office/officeart/2005/8/layout/cycle5"/>
    <dgm:cxn modelId="{52140619-BEDF-42A1-89E2-66392FCF208C}" type="presParOf" srcId="{528B4960-B9EE-4DAB-99E9-5CAC55347F69}" destId="{DAD8D10D-2775-4B62-B7FB-3FDAF5D5602D}" srcOrd="8" destOrd="0" presId="urn:microsoft.com/office/officeart/2005/8/layout/cycle5"/>
    <dgm:cxn modelId="{12EF2AA4-AC4A-478B-BECE-D92B164F390A}" type="presParOf" srcId="{528B4960-B9EE-4DAB-99E9-5CAC55347F69}" destId="{213FFF25-27E7-412E-9023-1B9CD5603F16}" srcOrd="9" destOrd="0" presId="urn:microsoft.com/office/officeart/2005/8/layout/cycle5"/>
    <dgm:cxn modelId="{4DA07B42-5079-48C9-B424-1A27AFC5267C}" type="presParOf" srcId="{528B4960-B9EE-4DAB-99E9-5CAC55347F69}" destId="{231D744E-0EAC-4D05-8565-813C977D3CA3}" srcOrd="10" destOrd="0" presId="urn:microsoft.com/office/officeart/2005/8/layout/cycle5"/>
    <dgm:cxn modelId="{D693F36E-487E-45D1-AE45-D807B8BD8ADF}" type="presParOf" srcId="{528B4960-B9EE-4DAB-99E9-5CAC55347F69}" destId="{BC053766-0B33-46E5-B7DE-D9AE069AD008}" srcOrd="11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C5AADA-7041-4C71-A7DF-EB8895902B02}" type="doc">
      <dgm:prSet loTypeId="urn:microsoft.com/office/officeart/2005/8/layout/cycle5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F743E4C-1C98-4FA2-8223-603D326EEA58}">
      <dgm:prSet phldrT="[Text]"/>
      <dgm:spPr/>
      <dgm:t>
        <a:bodyPr/>
        <a:lstStyle/>
        <a:p>
          <a:r>
            <a:rPr lang="en-GB" b="1" dirty="0"/>
            <a:t>Review:</a:t>
          </a:r>
          <a:br>
            <a:rPr lang="en-GB" dirty="0"/>
          </a:br>
          <a:r>
            <a:rPr lang="en-GB" dirty="0"/>
            <a:t>Cost Management</a:t>
          </a:r>
          <a:br>
            <a:rPr lang="en-GB" dirty="0"/>
          </a:br>
          <a:r>
            <a:rPr lang="en-GB" dirty="0"/>
            <a:t>Resource Graph</a:t>
          </a:r>
          <a:br>
            <a:rPr lang="en-GB" dirty="0"/>
          </a:br>
          <a:r>
            <a:rPr lang="en-GB" dirty="0"/>
            <a:t>Security Centre</a:t>
          </a:r>
          <a:endParaRPr lang="en-US" dirty="0"/>
        </a:p>
      </dgm:t>
    </dgm:pt>
    <dgm:pt modelId="{96E3E986-87F6-4BF0-BBE5-5C41A8C699DA}" type="parTrans" cxnId="{43B3DAE0-AD2F-4677-8F25-B925EEB291DC}">
      <dgm:prSet/>
      <dgm:spPr/>
      <dgm:t>
        <a:bodyPr/>
        <a:lstStyle/>
        <a:p>
          <a:endParaRPr lang="en-US"/>
        </a:p>
      </dgm:t>
    </dgm:pt>
    <dgm:pt modelId="{47513789-524C-421B-8F78-071BAFC2D078}" type="sibTrans" cxnId="{43B3DAE0-AD2F-4677-8F25-B925EEB291DC}">
      <dgm:prSet/>
      <dgm:spPr/>
      <dgm:t>
        <a:bodyPr/>
        <a:lstStyle/>
        <a:p>
          <a:endParaRPr lang="en-US"/>
        </a:p>
      </dgm:t>
    </dgm:pt>
    <dgm:pt modelId="{E11220A4-B00D-4799-A025-6E9640CC8EF7}">
      <dgm:prSet phldrT="[Text]"/>
      <dgm:spPr/>
      <dgm:t>
        <a:bodyPr/>
        <a:lstStyle/>
        <a:p>
          <a:r>
            <a:rPr lang="en-GB" b="1" dirty="0"/>
            <a:t>Organise:</a:t>
          </a:r>
          <a:br>
            <a:rPr lang="en-GB" b="1" dirty="0"/>
          </a:br>
          <a:r>
            <a:rPr lang="en-GB" b="0" dirty="0"/>
            <a:t>Management Groups</a:t>
          </a:r>
          <a:br>
            <a:rPr lang="en-GB" b="0" dirty="0"/>
          </a:br>
          <a:r>
            <a:rPr lang="en-GB" b="0" dirty="0"/>
            <a:t>Tags</a:t>
          </a:r>
          <a:br>
            <a:rPr lang="en-GB" b="0" dirty="0"/>
          </a:br>
          <a:r>
            <a:rPr lang="en-GB" b="0" dirty="0"/>
            <a:t>Roles</a:t>
          </a:r>
          <a:endParaRPr lang="en-US" b="0" dirty="0"/>
        </a:p>
      </dgm:t>
    </dgm:pt>
    <dgm:pt modelId="{DDAC2DA9-4739-4AD1-BBF1-1F8528E98D52}" type="parTrans" cxnId="{F5E06A91-198C-4C59-AA19-C27A3796F3B5}">
      <dgm:prSet/>
      <dgm:spPr/>
      <dgm:t>
        <a:bodyPr/>
        <a:lstStyle/>
        <a:p>
          <a:endParaRPr lang="en-US"/>
        </a:p>
      </dgm:t>
    </dgm:pt>
    <dgm:pt modelId="{96B87EA1-822B-46D5-BC3F-D4ED01FAD7EF}" type="sibTrans" cxnId="{F5E06A91-198C-4C59-AA19-C27A3796F3B5}">
      <dgm:prSet/>
      <dgm:spPr/>
      <dgm:t>
        <a:bodyPr/>
        <a:lstStyle/>
        <a:p>
          <a:endParaRPr lang="en-US"/>
        </a:p>
      </dgm:t>
    </dgm:pt>
    <dgm:pt modelId="{10BB9FAF-8BB1-4061-9046-B9FDE42C6D6A}">
      <dgm:prSet phldrT="[Text]"/>
      <dgm:spPr/>
      <dgm:t>
        <a:bodyPr/>
        <a:lstStyle/>
        <a:p>
          <a:r>
            <a:rPr lang="en-GB" b="1" dirty="0"/>
            <a:t>Audit:</a:t>
          </a:r>
          <a:br>
            <a:rPr lang="en-GB" dirty="0"/>
          </a:br>
          <a:r>
            <a:rPr lang="en-GB" dirty="0"/>
            <a:t>Policies</a:t>
          </a:r>
          <a:br>
            <a:rPr lang="en-GB" dirty="0"/>
          </a:br>
          <a:r>
            <a:rPr lang="en-GB" dirty="0"/>
            <a:t>Budgets</a:t>
          </a:r>
          <a:br>
            <a:rPr lang="en-GB" dirty="0"/>
          </a:br>
          <a:endParaRPr lang="en-US" dirty="0"/>
        </a:p>
      </dgm:t>
    </dgm:pt>
    <dgm:pt modelId="{4B0FC9ED-7F4B-4B60-B29A-237D0ECA647B}" type="parTrans" cxnId="{5FDD1E9C-9B3B-44AB-AA21-9066F249EEB4}">
      <dgm:prSet/>
      <dgm:spPr/>
      <dgm:t>
        <a:bodyPr/>
        <a:lstStyle/>
        <a:p>
          <a:endParaRPr lang="en-US"/>
        </a:p>
      </dgm:t>
    </dgm:pt>
    <dgm:pt modelId="{4B10E17D-E409-4A57-8B4C-37374FA7960D}" type="sibTrans" cxnId="{5FDD1E9C-9B3B-44AB-AA21-9066F249EEB4}">
      <dgm:prSet/>
      <dgm:spPr/>
      <dgm:t>
        <a:bodyPr/>
        <a:lstStyle/>
        <a:p>
          <a:endParaRPr lang="en-US"/>
        </a:p>
      </dgm:t>
    </dgm:pt>
    <dgm:pt modelId="{6FE67322-BD98-4026-8BB6-1B7D30EBA3C5}">
      <dgm:prSet phldrT="[Text]"/>
      <dgm:spPr/>
      <dgm:t>
        <a:bodyPr/>
        <a:lstStyle/>
        <a:p>
          <a:r>
            <a:rPr lang="en-GB" b="1" dirty="0"/>
            <a:t>Enforce:</a:t>
          </a:r>
          <a:br>
            <a:rPr lang="en-GB" dirty="0"/>
          </a:br>
          <a:r>
            <a:rPr lang="en-GB" dirty="0"/>
            <a:t>Policies</a:t>
          </a:r>
          <a:br>
            <a:rPr lang="en-GB" dirty="0"/>
          </a:br>
          <a:r>
            <a:rPr lang="en-GB" dirty="0"/>
            <a:t>Blueprints</a:t>
          </a:r>
          <a:br>
            <a:rPr lang="en-GB" dirty="0"/>
          </a:br>
          <a:r>
            <a:rPr lang="en-GB" dirty="0"/>
            <a:t>Budgets</a:t>
          </a:r>
          <a:endParaRPr lang="en-US" dirty="0"/>
        </a:p>
      </dgm:t>
    </dgm:pt>
    <dgm:pt modelId="{0B9DFDC2-3C08-4809-A18D-4DDBA1380290}" type="parTrans" cxnId="{921D1655-E9C5-4DE7-8E0B-3402B5866256}">
      <dgm:prSet/>
      <dgm:spPr/>
      <dgm:t>
        <a:bodyPr/>
        <a:lstStyle/>
        <a:p>
          <a:endParaRPr lang="en-US"/>
        </a:p>
      </dgm:t>
    </dgm:pt>
    <dgm:pt modelId="{0D0CCD92-E3AB-4512-8F38-A0B5EC9B0C57}" type="sibTrans" cxnId="{921D1655-E9C5-4DE7-8E0B-3402B5866256}">
      <dgm:prSet/>
      <dgm:spPr/>
      <dgm:t>
        <a:bodyPr/>
        <a:lstStyle/>
        <a:p>
          <a:endParaRPr lang="en-US"/>
        </a:p>
      </dgm:t>
    </dgm:pt>
    <dgm:pt modelId="{528B4960-B9EE-4DAB-99E9-5CAC55347F69}" type="pres">
      <dgm:prSet presAssocID="{F1C5AADA-7041-4C71-A7DF-EB8895902B02}" presName="cycle" presStyleCnt="0">
        <dgm:presLayoutVars>
          <dgm:dir/>
          <dgm:resizeHandles val="exact"/>
        </dgm:presLayoutVars>
      </dgm:prSet>
      <dgm:spPr/>
    </dgm:pt>
    <dgm:pt modelId="{168B8E45-001F-434B-80F1-1BD9071E6D44}" type="pres">
      <dgm:prSet presAssocID="{5F743E4C-1C98-4FA2-8223-603D326EEA58}" presName="node" presStyleLbl="node1" presStyleIdx="0" presStyleCnt="4">
        <dgm:presLayoutVars>
          <dgm:bulletEnabled val="1"/>
        </dgm:presLayoutVars>
      </dgm:prSet>
      <dgm:spPr/>
    </dgm:pt>
    <dgm:pt modelId="{1DA8728F-02FE-4934-AE09-3143036C208A}" type="pres">
      <dgm:prSet presAssocID="{5F743E4C-1C98-4FA2-8223-603D326EEA58}" presName="spNode" presStyleCnt="0"/>
      <dgm:spPr/>
    </dgm:pt>
    <dgm:pt modelId="{390B5EFC-8CC6-476B-9718-CBC02E4D23D6}" type="pres">
      <dgm:prSet presAssocID="{47513789-524C-421B-8F78-071BAFC2D078}" presName="sibTrans" presStyleLbl="sibTrans1D1" presStyleIdx="0" presStyleCnt="4"/>
      <dgm:spPr/>
    </dgm:pt>
    <dgm:pt modelId="{1AE2551D-5DEB-414E-8E1D-C53609ED3EB7}" type="pres">
      <dgm:prSet presAssocID="{E11220A4-B00D-4799-A025-6E9640CC8EF7}" presName="node" presStyleLbl="node1" presStyleIdx="1" presStyleCnt="4">
        <dgm:presLayoutVars>
          <dgm:bulletEnabled val="1"/>
        </dgm:presLayoutVars>
      </dgm:prSet>
      <dgm:spPr/>
    </dgm:pt>
    <dgm:pt modelId="{11199CD6-850E-4670-949D-30C015E81BAA}" type="pres">
      <dgm:prSet presAssocID="{E11220A4-B00D-4799-A025-6E9640CC8EF7}" presName="spNode" presStyleCnt="0"/>
      <dgm:spPr/>
    </dgm:pt>
    <dgm:pt modelId="{6BA6B05B-195D-4DF2-8CC9-41B989182537}" type="pres">
      <dgm:prSet presAssocID="{96B87EA1-822B-46D5-BC3F-D4ED01FAD7EF}" presName="sibTrans" presStyleLbl="sibTrans1D1" presStyleIdx="1" presStyleCnt="4"/>
      <dgm:spPr/>
    </dgm:pt>
    <dgm:pt modelId="{DEFD0EB8-C6C2-4521-A878-B56162E5D8CD}" type="pres">
      <dgm:prSet presAssocID="{10BB9FAF-8BB1-4061-9046-B9FDE42C6D6A}" presName="node" presStyleLbl="node1" presStyleIdx="2" presStyleCnt="4">
        <dgm:presLayoutVars>
          <dgm:bulletEnabled val="1"/>
        </dgm:presLayoutVars>
      </dgm:prSet>
      <dgm:spPr/>
    </dgm:pt>
    <dgm:pt modelId="{33A9B1A0-F529-4F8E-A9F6-FE80BD899948}" type="pres">
      <dgm:prSet presAssocID="{10BB9FAF-8BB1-4061-9046-B9FDE42C6D6A}" presName="spNode" presStyleCnt="0"/>
      <dgm:spPr/>
    </dgm:pt>
    <dgm:pt modelId="{DAD8D10D-2775-4B62-B7FB-3FDAF5D5602D}" type="pres">
      <dgm:prSet presAssocID="{4B10E17D-E409-4A57-8B4C-37374FA7960D}" presName="sibTrans" presStyleLbl="sibTrans1D1" presStyleIdx="2" presStyleCnt="4"/>
      <dgm:spPr/>
    </dgm:pt>
    <dgm:pt modelId="{213FFF25-27E7-412E-9023-1B9CD5603F16}" type="pres">
      <dgm:prSet presAssocID="{6FE67322-BD98-4026-8BB6-1B7D30EBA3C5}" presName="node" presStyleLbl="node1" presStyleIdx="3" presStyleCnt="4">
        <dgm:presLayoutVars>
          <dgm:bulletEnabled val="1"/>
        </dgm:presLayoutVars>
      </dgm:prSet>
      <dgm:spPr/>
    </dgm:pt>
    <dgm:pt modelId="{231D744E-0EAC-4D05-8565-813C977D3CA3}" type="pres">
      <dgm:prSet presAssocID="{6FE67322-BD98-4026-8BB6-1B7D30EBA3C5}" presName="spNode" presStyleCnt="0"/>
      <dgm:spPr/>
    </dgm:pt>
    <dgm:pt modelId="{BC053766-0B33-46E5-B7DE-D9AE069AD008}" type="pres">
      <dgm:prSet presAssocID="{0D0CCD92-E3AB-4512-8F38-A0B5EC9B0C57}" presName="sibTrans" presStyleLbl="sibTrans1D1" presStyleIdx="3" presStyleCnt="4"/>
      <dgm:spPr/>
    </dgm:pt>
  </dgm:ptLst>
  <dgm:cxnLst>
    <dgm:cxn modelId="{62C02015-CC20-4BF2-A04B-836DB0EE009D}" type="presOf" srcId="{5F743E4C-1C98-4FA2-8223-603D326EEA58}" destId="{168B8E45-001F-434B-80F1-1BD9071E6D44}" srcOrd="0" destOrd="0" presId="urn:microsoft.com/office/officeart/2005/8/layout/cycle5"/>
    <dgm:cxn modelId="{921D1655-E9C5-4DE7-8E0B-3402B5866256}" srcId="{F1C5AADA-7041-4C71-A7DF-EB8895902B02}" destId="{6FE67322-BD98-4026-8BB6-1B7D30EBA3C5}" srcOrd="3" destOrd="0" parTransId="{0B9DFDC2-3C08-4809-A18D-4DDBA1380290}" sibTransId="{0D0CCD92-E3AB-4512-8F38-A0B5EC9B0C57}"/>
    <dgm:cxn modelId="{AEBF337E-ABE3-4F31-A843-EC9856C3EF89}" type="presOf" srcId="{6FE67322-BD98-4026-8BB6-1B7D30EBA3C5}" destId="{213FFF25-27E7-412E-9023-1B9CD5603F16}" srcOrd="0" destOrd="0" presId="urn:microsoft.com/office/officeart/2005/8/layout/cycle5"/>
    <dgm:cxn modelId="{F5E06A91-198C-4C59-AA19-C27A3796F3B5}" srcId="{F1C5AADA-7041-4C71-A7DF-EB8895902B02}" destId="{E11220A4-B00D-4799-A025-6E9640CC8EF7}" srcOrd="1" destOrd="0" parTransId="{DDAC2DA9-4739-4AD1-BBF1-1F8528E98D52}" sibTransId="{96B87EA1-822B-46D5-BC3F-D4ED01FAD7EF}"/>
    <dgm:cxn modelId="{0ABDED98-24A2-4138-A4F7-7D923C0DA41B}" type="presOf" srcId="{10BB9FAF-8BB1-4061-9046-B9FDE42C6D6A}" destId="{DEFD0EB8-C6C2-4521-A878-B56162E5D8CD}" srcOrd="0" destOrd="0" presId="urn:microsoft.com/office/officeart/2005/8/layout/cycle5"/>
    <dgm:cxn modelId="{5FDD1E9C-9B3B-44AB-AA21-9066F249EEB4}" srcId="{F1C5AADA-7041-4C71-A7DF-EB8895902B02}" destId="{10BB9FAF-8BB1-4061-9046-B9FDE42C6D6A}" srcOrd="2" destOrd="0" parTransId="{4B0FC9ED-7F4B-4B60-B29A-237D0ECA647B}" sibTransId="{4B10E17D-E409-4A57-8B4C-37374FA7960D}"/>
    <dgm:cxn modelId="{E6AA95AB-248F-4AB0-8C50-AF76E326CC77}" type="presOf" srcId="{4B10E17D-E409-4A57-8B4C-37374FA7960D}" destId="{DAD8D10D-2775-4B62-B7FB-3FDAF5D5602D}" srcOrd="0" destOrd="0" presId="urn:microsoft.com/office/officeart/2005/8/layout/cycle5"/>
    <dgm:cxn modelId="{BB9D1CBB-9F29-4E18-99B7-091C223360E5}" type="presOf" srcId="{96B87EA1-822B-46D5-BC3F-D4ED01FAD7EF}" destId="{6BA6B05B-195D-4DF2-8CC9-41B989182537}" srcOrd="0" destOrd="0" presId="urn:microsoft.com/office/officeart/2005/8/layout/cycle5"/>
    <dgm:cxn modelId="{13E438BD-2435-43F5-91DD-138D587BBE0E}" type="presOf" srcId="{47513789-524C-421B-8F78-071BAFC2D078}" destId="{390B5EFC-8CC6-476B-9718-CBC02E4D23D6}" srcOrd="0" destOrd="0" presId="urn:microsoft.com/office/officeart/2005/8/layout/cycle5"/>
    <dgm:cxn modelId="{90DAA3BF-B532-458E-AA5A-7C13D8489F95}" type="presOf" srcId="{0D0CCD92-E3AB-4512-8F38-A0B5EC9B0C57}" destId="{BC053766-0B33-46E5-B7DE-D9AE069AD008}" srcOrd="0" destOrd="0" presId="urn:microsoft.com/office/officeart/2005/8/layout/cycle5"/>
    <dgm:cxn modelId="{43B3DAE0-AD2F-4677-8F25-B925EEB291DC}" srcId="{F1C5AADA-7041-4C71-A7DF-EB8895902B02}" destId="{5F743E4C-1C98-4FA2-8223-603D326EEA58}" srcOrd="0" destOrd="0" parTransId="{96E3E986-87F6-4BF0-BBE5-5C41A8C699DA}" sibTransId="{47513789-524C-421B-8F78-071BAFC2D078}"/>
    <dgm:cxn modelId="{229D9FF1-59C3-4DB8-BD6E-4C89583817B5}" type="presOf" srcId="{F1C5AADA-7041-4C71-A7DF-EB8895902B02}" destId="{528B4960-B9EE-4DAB-99E9-5CAC55347F69}" srcOrd="0" destOrd="0" presId="urn:microsoft.com/office/officeart/2005/8/layout/cycle5"/>
    <dgm:cxn modelId="{5966CBF8-ED26-4D1A-AD11-22194B7DEE42}" type="presOf" srcId="{E11220A4-B00D-4799-A025-6E9640CC8EF7}" destId="{1AE2551D-5DEB-414E-8E1D-C53609ED3EB7}" srcOrd="0" destOrd="0" presId="urn:microsoft.com/office/officeart/2005/8/layout/cycle5"/>
    <dgm:cxn modelId="{ECAE6028-4B7E-477A-AD26-CD9349C22698}" type="presParOf" srcId="{528B4960-B9EE-4DAB-99E9-5CAC55347F69}" destId="{168B8E45-001F-434B-80F1-1BD9071E6D44}" srcOrd="0" destOrd="0" presId="urn:microsoft.com/office/officeart/2005/8/layout/cycle5"/>
    <dgm:cxn modelId="{B2C2FDF5-3DB0-4D9D-A8D1-690A27DCCCD2}" type="presParOf" srcId="{528B4960-B9EE-4DAB-99E9-5CAC55347F69}" destId="{1DA8728F-02FE-4934-AE09-3143036C208A}" srcOrd="1" destOrd="0" presId="urn:microsoft.com/office/officeart/2005/8/layout/cycle5"/>
    <dgm:cxn modelId="{3BC700C5-979F-4E04-858B-73B5662773A5}" type="presParOf" srcId="{528B4960-B9EE-4DAB-99E9-5CAC55347F69}" destId="{390B5EFC-8CC6-476B-9718-CBC02E4D23D6}" srcOrd="2" destOrd="0" presId="urn:microsoft.com/office/officeart/2005/8/layout/cycle5"/>
    <dgm:cxn modelId="{7764FA21-8787-458D-A769-DED11970D866}" type="presParOf" srcId="{528B4960-B9EE-4DAB-99E9-5CAC55347F69}" destId="{1AE2551D-5DEB-414E-8E1D-C53609ED3EB7}" srcOrd="3" destOrd="0" presId="urn:microsoft.com/office/officeart/2005/8/layout/cycle5"/>
    <dgm:cxn modelId="{107CC2B9-10BB-4341-9A35-989D77E2AB64}" type="presParOf" srcId="{528B4960-B9EE-4DAB-99E9-5CAC55347F69}" destId="{11199CD6-850E-4670-949D-30C015E81BAA}" srcOrd="4" destOrd="0" presId="urn:microsoft.com/office/officeart/2005/8/layout/cycle5"/>
    <dgm:cxn modelId="{CE47338E-57F7-42D7-AB24-C6C1C013E5B3}" type="presParOf" srcId="{528B4960-B9EE-4DAB-99E9-5CAC55347F69}" destId="{6BA6B05B-195D-4DF2-8CC9-41B989182537}" srcOrd="5" destOrd="0" presId="urn:microsoft.com/office/officeart/2005/8/layout/cycle5"/>
    <dgm:cxn modelId="{CEE7286B-9ECF-49F2-B5B3-363FAE30B5F7}" type="presParOf" srcId="{528B4960-B9EE-4DAB-99E9-5CAC55347F69}" destId="{DEFD0EB8-C6C2-4521-A878-B56162E5D8CD}" srcOrd="6" destOrd="0" presId="urn:microsoft.com/office/officeart/2005/8/layout/cycle5"/>
    <dgm:cxn modelId="{CB6A3AED-E682-4FDE-AE0C-B3B6BEA2944C}" type="presParOf" srcId="{528B4960-B9EE-4DAB-99E9-5CAC55347F69}" destId="{33A9B1A0-F529-4F8E-A9F6-FE80BD899948}" srcOrd="7" destOrd="0" presId="urn:microsoft.com/office/officeart/2005/8/layout/cycle5"/>
    <dgm:cxn modelId="{52140619-BEDF-42A1-89E2-66392FCF208C}" type="presParOf" srcId="{528B4960-B9EE-4DAB-99E9-5CAC55347F69}" destId="{DAD8D10D-2775-4B62-B7FB-3FDAF5D5602D}" srcOrd="8" destOrd="0" presId="urn:microsoft.com/office/officeart/2005/8/layout/cycle5"/>
    <dgm:cxn modelId="{12EF2AA4-AC4A-478B-BECE-D92B164F390A}" type="presParOf" srcId="{528B4960-B9EE-4DAB-99E9-5CAC55347F69}" destId="{213FFF25-27E7-412E-9023-1B9CD5603F16}" srcOrd="9" destOrd="0" presId="urn:microsoft.com/office/officeart/2005/8/layout/cycle5"/>
    <dgm:cxn modelId="{4DA07B42-5079-48C9-B424-1A27AFC5267C}" type="presParOf" srcId="{528B4960-B9EE-4DAB-99E9-5CAC55347F69}" destId="{231D744E-0EAC-4D05-8565-813C977D3CA3}" srcOrd="10" destOrd="0" presId="urn:microsoft.com/office/officeart/2005/8/layout/cycle5"/>
    <dgm:cxn modelId="{D693F36E-487E-45D1-AE45-D807B8BD8ADF}" type="presParOf" srcId="{528B4960-B9EE-4DAB-99E9-5CAC55347F69}" destId="{BC053766-0B33-46E5-B7DE-D9AE069AD008}" srcOrd="11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8B8E45-001F-434B-80F1-1BD9071E6D44}">
      <dsp:nvSpPr>
        <dsp:cNvPr id="0" name=""/>
        <dsp:cNvSpPr/>
      </dsp:nvSpPr>
      <dsp:spPr>
        <a:xfrm>
          <a:off x="3095624" y="232"/>
          <a:ext cx="1936750" cy="125888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dirty="0"/>
            <a:t>Review</a:t>
          </a:r>
          <a:endParaRPr lang="en-US" sz="3400" kern="1200" dirty="0"/>
        </a:p>
      </dsp:txBody>
      <dsp:txXfrm>
        <a:off x="3157078" y="61686"/>
        <a:ext cx="1813842" cy="1135979"/>
      </dsp:txXfrm>
    </dsp:sp>
    <dsp:sp modelId="{390B5EFC-8CC6-476B-9718-CBC02E4D23D6}">
      <dsp:nvSpPr>
        <dsp:cNvPr id="0" name=""/>
        <dsp:cNvSpPr/>
      </dsp:nvSpPr>
      <dsp:spPr>
        <a:xfrm>
          <a:off x="1984342" y="629676"/>
          <a:ext cx="4159314" cy="4159314"/>
        </a:xfrm>
        <a:custGeom>
          <a:avLst/>
          <a:gdLst/>
          <a:ahLst/>
          <a:cxnLst/>
          <a:rect l="0" t="0" r="0" b="0"/>
          <a:pathLst>
            <a:path>
              <a:moveTo>
                <a:pt x="3315338" y="406915"/>
              </a:moveTo>
              <a:arcTo wR="2079657" hR="2079657" stAng="18387232" swAng="1633569"/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E2551D-5DEB-414E-8E1D-C53609ED3EB7}">
      <dsp:nvSpPr>
        <dsp:cNvPr id="0" name=""/>
        <dsp:cNvSpPr/>
      </dsp:nvSpPr>
      <dsp:spPr>
        <a:xfrm>
          <a:off x="5175282" y="2079889"/>
          <a:ext cx="1936750" cy="1258887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dirty="0"/>
            <a:t>Organise</a:t>
          </a:r>
          <a:endParaRPr lang="en-US" sz="3400" kern="1200" dirty="0"/>
        </a:p>
      </dsp:txBody>
      <dsp:txXfrm>
        <a:off x="5236736" y="2141343"/>
        <a:ext cx="1813842" cy="1135979"/>
      </dsp:txXfrm>
    </dsp:sp>
    <dsp:sp modelId="{6BA6B05B-195D-4DF2-8CC9-41B989182537}">
      <dsp:nvSpPr>
        <dsp:cNvPr id="0" name=""/>
        <dsp:cNvSpPr/>
      </dsp:nvSpPr>
      <dsp:spPr>
        <a:xfrm>
          <a:off x="1984342" y="629676"/>
          <a:ext cx="4159314" cy="4159314"/>
        </a:xfrm>
        <a:custGeom>
          <a:avLst/>
          <a:gdLst/>
          <a:ahLst/>
          <a:cxnLst/>
          <a:rect l="0" t="0" r="0" b="0"/>
          <a:pathLst>
            <a:path>
              <a:moveTo>
                <a:pt x="3943720" y="3001743"/>
              </a:moveTo>
              <a:arcTo wR="2079657" hR="2079657" stAng="1579199" swAng="1633569"/>
            </a:path>
          </a:pathLst>
        </a:custGeom>
        <a:noFill/>
        <a:ln w="635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FD0EB8-C6C2-4521-A878-B56162E5D8CD}">
      <dsp:nvSpPr>
        <dsp:cNvPr id="0" name=""/>
        <dsp:cNvSpPr/>
      </dsp:nvSpPr>
      <dsp:spPr>
        <a:xfrm>
          <a:off x="3095625" y="4159546"/>
          <a:ext cx="1936750" cy="1258887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dirty="0"/>
            <a:t>Audit</a:t>
          </a:r>
          <a:endParaRPr lang="en-US" sz="3400" kern="1200" dirty="0"/>
        </a:p>
      </dsp:txBody>
      <dsp:txXfrm>
        <a:off x="3157079" y="4221000"/>
        <a:ext cx="1813842" cy="1135979"/>
      </dsp:txXfrm>
    </dsp:sp>
    <dsp:sp modelId="{DAD8D10D-2775-4B62-B7FB-3FDAF5D5602D}">
      <dsp:nvSpPr>
        <dsp:cNvPr id="0" name=""/>
        <dsp:cNvSpPr/>
      </dsp:nvSpPr>
      <dsp:spPr>
        <a:xfrm>
          <a:off x="1984342" y="629676"/>
          <a:ext cx="4159314" cy="4159314"/>
        </a:xfrm>
        <a:custGeom>
          <a:avLst/>
          <a:gdLst/>
          <a:ahLst/>
          <a:cxnLst/>
          <a:rect l="0" t="0" r="0" b="0"/>
          <a:pathLst>
            <a:path>
              <a:moveTo>
                <a:pt x="843976" y="3752399"/>
              </a:moveTo>
              <a:arcTo wR="2079657" hR="2079657" stAng="7587232" swAng="1633569"/>
            </a:path>
          </a:pathLst>
        </a:custGeom>
        <a:noFill/>
        <a:ln w="635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3FFF25-27E7-412E-9023-1B9CD5603F16}">
      <dsp:nvSpPr>
        <dsp:cNvPr id="0" name=""/>
        <dsp:cNvSpPr/>
      </dsp:nvSpPr>
      <dsp:spPr>
        <a:xfrm>
          <a:off x="1015967" y="2079889"/>
          <a:ext cx="1936750" cy="1258887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dirty="0"/>
            <a:t>Enforce</a:t>
          </a:r>
          <a:endParaRPr lang="en-US" sz="3400" kern="1200" dirty="0"/>
        </a:p>
      </dsp:txBody>
      <dsp:txXfrm>
        <a:off x="1077421" y="2141343"/>
        <a:ext cx="1813842" cy="1135979"/>
      </dsp:txXfrm>
    </dsp:sp>
    <dsp:sp modelId="{BC053766-0B33-46E5-B7DE-D9AE069AD008}">
      <dsp:nvSpPr>
        <dsp:cNvPr id="0" name=""/>
        <dsp:cNvSpPr/>
      </dsp:nvSpPr>
      <dsp:spPr>
        <a:xfrm>
          <a:off x="1984342" y="629676"/>
          <a:ext cx="4159314" cy="4159314"/>
        </a:xfrm>
        <a:custGeom>
          <a:avLst/>
          <a:gdLst/>
          <a:ahLst/>
          <a:cxnLst/>
          <a:rect l="0" t="0" r="0" b="0"/>
          <a:pathLst>
            <a:path>
              <a:moveTo>
                <a:pt x="215594" y="1157570"/>
              </a:moveTo>
              <a:arcTo wR="2079657" hR="2079657" stAng="12379199" swAng="1633569"/>
            </a:path>
          </a:pathLst>
        </a:custGeom>
        <a:noFill/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8B8E45-001F-434B-80F1-1BD9071E6D44}">
      <dsp:nvSpPr>
        <dsp:cNvPr id="0" name=""/>
        <dsp:cNvSpPr/>
      </dsp:nvSpPr>
      <dsp:spPr>
        <a:xfrm>
          <a:off x="3095624" y="232"/>
          <a:ext cx="1936750" cy="125888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Review:</a:t>
          </a:r>
          <a:br>
            <a:rPr lang="en-GB" sz="1500" kern="1200" dirty="0"/>
          </a:br>
          <a:r>
            <a:rPr lang="en-GB" sz="1500" kern="1200" dirty="0"/>
            <a:t>Cost Management</a:t>
          </a:r>
          <a:br>
            <a:rPr lang="en-GB" sz="1500" kern="1200" dirty="0"/>
          </a:br>
          <a:r>
            <a:rPr lang="en-GB" sz="1500" kern="1200" dirty="0"/>
            <a:t>Resource Graph</a:t>
          </a:r>
          <a:br>
            <a:rPr lang="en-GB" sz="1500" kern="1200" dirty="0"/>
          </a:br>
          <a:r>
            <a:rPr lang="en-GB" sz="1500" kern="1200" dirty="0"/>
            <a:t>Security Centre</a:t>
          </a:r>
          <a:endParaRPr lang="en-US" sz="1500" kern="1200" dirty="0"/>
        </a:p>
      </dsp:txBody>
      <dsp:txXfrm>
        <a:off x="3157078" y="61686"/>
        <a:ext cx="1813842" cy="1135979"/>
      </dsp:txXfrm>
    </dsp:sp>
    <dsp:sp modelId="{390B5EFC-8CC6-476B-9718-CBC02E4D23D6}">
      <dsp:nvSpPr>
        <dsp:cNvPr id="0" name=""/>
        <dsp:cNvSpPr/>
      </dsp:nvSpPr>
      <dsp:spPr>
        <a:xfrm>
          <a:off x="1984342" y="629676"/>
          <a:ext cx="4159314" cy="4159314"/>
        </a:xfrm>
        <a:custGeom>
          <a:avLst/>
          <a:gdLst/>
          <a:ahLst/>
          <a:cxnLst/>
          <a:rect l="0" t="0" r="0" b="0"/>
          <a:pathLst>
            <a:path>
              <a:moveTo>
                <a:pt x="3315338" y="406915"/>
              </a:moveTo>
              <a:arcTo wR="2079657" hR="2079657" stAng="18387232" swAng="1633569"/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E2551D-5DEB-414E-8E1D-C53609ED3EB7}">
      <dsp:nvSpPr>
        <dsp:cNvPr id="0" name=""/>
        <dsp:cNvSpPr/>
      </dsp:nvSpPr>
      <dsp:spPr>
        <a:xfrm>
          <a:off x="5175282" y="2079889"/>
          <a:ext cx="1936750" cy="1258887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Organise:</a:t>
          </a:r>
          <a:br>
            <a:rPr lang="en-GB" sz="1500" b="1" kern="1200" dirty="0"/>
          </a:br>
          <a:r>
            <a:rPr lang="en-GB" sz="1500" b="0" kern="1200" dirty="0"/>
            <a:t>Management Groups</a:t>
          </a:r>
          <a:br>
            <a:rPr lang="en-GB" sz="1500" b="0" kern="1200" dirty="0"/>
          </a:br>
          <a:r>
            <a:rPr lang="en-GB" sz="1500" b="0" kern="1200" dirty="0"/>
            <a:t>Tags</a:t>
          </a:r>
          <a:br>
            <a:rPr lang="en-GB" sz="1500" b="0" kern="1200" dirty="0"/>
          </a:br>
          <a:r>
            <a:rPr lang="en-GB" sz="1500" b="0" kern="1200" dirty="0"/>
            <a:t>Roles</a:t>
          </a:r>
          <a:endParaRPr lang="en-US" sz="1500" b="0" kern="1200" dirty="0"/>
        </a:p>
      </dsp:txBody>
      <dsp:txXfrm>
        <a:off x="5236736" y="2141343"/>
        <a:ext cx="1813842" cy="1135979"/>
      </dsp:txXfrm>
    </dsp:sp>
    <dsp:sp modelId="{6BA6B05B-195D-4DF2-8CC9-41B989182537}">
      <dsp:nvSpPr>
        <dsp:cNvPr id="0" name=""/>
        <dsp:cNvSpPr/>
      </dsp:nvSpPr>
      <dsp:spPr>
        <a:xfrm>
          <a:off x="1984342" y="629676"/>
          <a:ext cx="4159314" cy="4159314"/>
        </a:xfrm>
        <a:custGeom>
          <a:avLst/>
          <a:gdLst/>
          <a:ahLst/>
          <a:cxnLst/>
          <a:rect l="0" t="0" r="0" b="0"/>
          <a:pathLst>
            <a:path>
              <a:moveTo>
                <a:pt x="3943720" y="3001743"/>
              </a:moveTo>
              <a:arcTo wR="2079657" hR="2079657" stAng="1579199" swAng="1633569"/>
            </a:path>
          </a:pathLst>
        </a:custGeom>
        <a:noFill/>
        <a:ln w="635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FD0EB8-C6C2-4521-A878-B56162E5D8CD}">
      <dsp:nvSpPr>
        <dsp:cNvPr id="0" name=""/>
        <dsp:cNvSpPr/>
      </dsp:nvSpPr>
      <dsp:spPr>
        <a:xfrm>
          <a:off x="3095625" y="4159546"/>
          <a:ext cx="1936750" cy="1258887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Audit:</a:t>
          </a:r>
          <a:br>
            <a:rPr lang="en-GB" sz="1500" kern="1200" dirty="0"/>
          </a:br>
          <a:r>
            <a:rPr lang="en-GB" sz="1500" kern="1200" dirty="0"/>
            <a:t>Policies</a:t>
          </a:r>
          <a:br>
            <a:rPr lang="en-GB" sz="1500" kern="1200" dirty="0"/>
          </a:br>
          <a:r>
            <a:rPr lang="en-GB" sz="1500" kern="1200" dirty="0"/>
            <a:t>Budgets</a:t>
          </a:r>
          <a:br>
            <a:rPr lang="en-GB" sz="1500" kern="1200" dirty="0"/>
          </a:br>
          <a:endParaRPr lang="en-US" sz="1500" kern="1200" dirty="0"/>
        </a:p>
      </dsp:txBody>
      <dsp:txXfrm>
        <a:off x="3157079" y="4221000"/>
        <a:ext cx="1813842" cy="1135979"/>
      </dsp:txXfrm>
    </dsp:sp>
    <dsp:sp modelId="{DAD8D10D-2775-4B62-B7FB-3FDAF5D5602D}">
      <dsp:nvSpPr>
        <dsp:cNvPr id="0" name=""/>
        <dsp:cNvSpPr/>
      </dsp:nvSpPr>
      <dsp:spPr>
        <a:xfrm>
          <a:off x="1984342" y="629676"/>
          <a:ext cx="4159314" cy="4159314"/>
        </a:xfrm>
        <a:custGeom>
          <a:avLst/>
          <a:gdLst/>
          <a:ahLst/>
          <a:cxnLst/>
          <a:rect l="0" t="0" r="0" b="0"/>
          <a:pathLst>
            <a:path>
              <a:moveTo>
                <a:pt x="843976" y="3752399"/>
              </a:moveTo>
              <a:arcTo wR="2079657" hR="2079657" stAng="7587232" swAng="1633569"/>
            </a:path>
          </a:pathLst>
        </a:custGeom>
        <a:noFill/>
        <a:ln w="635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3FFF25-27E7-412E-9023-1B9CD5603F16}">
      <dsp:nvSpPr>
        <dsp:cNvPr id="0" name=""/>
        <dsp:cNvSpPr/>
      </dsp:nvSpPr>
      <dsp:spPr>
        <a:xfrm>
          <a:off x="1015967" y="2079889"/>
          <a:ext cx="1936750" cy="1258887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Enforce:</a:t>
          </a:r>
          <a:br>
            <a:rPr lang="en-GB" sz="1500" kern="1200" dirty="0"/>
          </a:br>
          <a:r>
            <a:rPr lang="en-GB" sz="1500" kern="1200" dirty="0"/>
            <a:t>Policies</a:t>
          </a:r>
          <a:br>
            <a:rPr lang="en-GB" sz="1500" kern="1200" dirty="0"/>
          </a:br>
          <a:r>
            <a:rPr lang="en-GB" sz="1500" kern="1200" dirty="0"/>
            <a:t>Blueprints</a:t>
          </a:r>
          <a:br>
            <a:rPr lang="en-GB" sz="1500" kern="1200" dirty="0"/>
          </a:br>
          <a:r>
            <a:rPr lang="en-GB" sz="1500" kern="1200" dirty="0"/>
            <a:t>Budgets</a:t>
          </a:r>
          <a:endParaRPr lang="en-US" sz="1500" kern="1200" dirty="0"/>
        </a:p>
      </dsp:txBody>
      <dsp:txXfrm>
        <a:off x="1077421" y="2141343"/>
        <a:ext cx="1813842" cy="1135979"/>
      </dsp:txXfrm>
    </dsp:sp>
    <dsp:sp modelId="{BC053766-0B33-46E5-B7DE-D9AE069AD008}">
      <dsp:nvSpPr>
        <dsp:cNvPr id="0" name=""/>
        <dsp:cNvSpPr/>
      </dsp:nvSpPr>
      <dsp:spPr>
        <a:xfrm>
          <a:off x="1984342" y="629676"/>
          <a:ext cx="4159314" cy="4159314"/>
        </a:xfrm>
        <a:custGeom>
          <a:avLst/>
          <a:gdLst/>
          <a:ahLst/>
          <a:cxnLst/>
          <a:rect l="0" t="0" r="0" b="0"/>
          <a:pathLst>
            <a:path>
              <a:moveTo>
                <a:pt x="215594" y="1157570"/>
              </a:moveTo>
              <a:arcTo wR="2079657" hR="2079657" stAng="12379199" swAng="1633569"/>
            </a:path>
          </a:pathLst>
        </a:custGeom>
        <a:noFill/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7B924D-8DC9-4A31-A78E-CE4DCB5C67A2}" type="datetimeFigureOut">
              <a:rPr lang="en-US" smtClean="0"/>
              <a:t>2/4/2021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39E2C7-1027-4080-96EF-1421F2578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437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E0C910-0166-48E0-B8EF-5071277A02A8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2/4/2021 7:31 PM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9377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E0C910-0166-48E0-B8EF-5071277A02A8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2/4/2021 7:31 PM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0710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E0C910-0166-48E0-B8EF-5071277A02A8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2/4/2021 7:31 PM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2056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27A7F7-BB1E-479D-AFAA-B52F4D0C99F2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2/4/2021 7:31 PM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9353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27A7F7-BB1E-479D-AFAA-B52F4D0C99F2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2/4/2021 7:31 PM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7045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27A7F7-BB1E-479D-AFAA-B52F4D0C99F2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2/4/2021 7:31 PM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2861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management group setup</a:t>
            </a:r>
          </a:p>
          <a:p>
            <a:r>
              <a:rPr lang="en-US" dirty="0"/>
              <a:t>Apply RBAC to management groups</a:t>
            </a:r>
          </a:p>
          <a:p>
            <a:r>
              <a:rPr lang="en-US" dirty="0"/>
              <a:t>Tag application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27A7F7-BB1E-479D-AFAA-B52F4D0C99F2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2/4/2021 7:31 PM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65549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Policy creation, show code</a:t>
            </a:r>
          </a:p>
          <a:p>
            <a:r>
              <a:rPr lang="en-US" dirty="0"/>
              <a:t>Policy Type:</a:t>
            </a:r>
          </a:p>
          <a:p>
            <a:pPr lvl="1"/>
            <a:r>
              <a:rPr lang="en-GB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Deny</a:t>
            </a:r>
            <a:r>
              <a:rPr lang="en-GB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 generates an event in the activity log and fails the request</a:t>
            </a:r>
          </a:p>
          <a:p>
            <a:pPr lvl="1"/>
            <a:r>
              <a:rPr lang="en-GB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Audit</a:t>
            </a:r>
            <a:r>
              <a:rPr lang="en-GB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 generates a warning event in activity log but doesn't fail the request</a:t>
            </a:r>
          </a:p>
          <a:p>
            <a:pPr lvl="1"/>
            <a:r>
              <a:rPr lang="en-GB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Append</a:t>
            </a:r>
            <a:r>
              <a:rPr lang="en-GB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 adds the defined set of fields to the request</a:t>
            </a:r>
          </a:p>
          <a:p>
            <a:pPr lvl="1"/>
            <a:r>
              <a:rPr lang="en-GB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AuditIfNotExists</a:t>
            </a:r>
            <a:r>
              <a:rPr lang="en-GB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 enables auditing if a resource doesn't exist</a:t>
            </a:r>
          </a:p>
          <a:p>
            <a:pPr lvl="1"/>
            <a:r>
              <a:rPr lang="en-GB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DeployIfNotExists</a:t>
            </a:r>
            <a:r>
              <a:rPr lang="en-GB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 deploys a resource if it doesn't already exist</a:t>
            </a:r>
          </a:p>
          <a:p>
            <a:pPr lvl="1"/>
            <a:r>
              <a:rPr lang="en-GB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Disabled</a:t>
            </a:r>
            <a:r>
              <a:rPr lang="en-GB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 doesn't evaluate resources for compliance to the policy rule</a:t>
            </a:r>
          </a:p>
          <a:p>
            <a:pPr marL="107153" lvl="1" indent="0">
              <a:buNone/>
            </a:pPr>
            <a:endParaRPr lang="en-GB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marL="107153" lvl="1" indent="0">
              <a:buNone/>
            </a:pPr>
            <a:r>
              <a:rPr lang="en-GB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Language - https://docs.microsoft.com/en-us/azure/governance/policy/concepts/definition-structure#policy-rule </a:t>
            </a:r>
          </a:p>
          <a:p>
            <a:endParaRPr lang="en-US" dirty="0"/>
          </a:p>
          <a:p>
            <a:r>
              <a:rPr lang="en-US" dirty="0"/>
              <a:t>Initiatives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27A7F7-BB1E-479D-AFAA-B52F4D0C99F2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2/4/2021 7:31 PM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0059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27A7F7-BB1E-479D-AFAA-B52F4D0C99F2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2/4/2021 7:31 PM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68479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27A7F7-BB1E-479D-AFAA-B52F4D0C99F2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2/4/2021 7:31 PM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40883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27A7F7-BB1E-479D-AFAA-B52F4D0C99F2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2/4/2021 7:31 PM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20652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E0C910-0166-48E0-B8EF-5071277A02A8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2/4/2021 7:31 PM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57553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27A7F7-BB1E-479D-AFAA-B52F4D0C99F2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2/4/2021 7:31 PM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1670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A82F9296-0AE5-4E7A-B6F6-6D6A504D29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63042" y="3602038"/>
            <a:ext cx="7004958" cy="1655762"/>
          </a:xfrm>
        </p:spPr>
        <p:txBody>
          <a:bodyPr/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Speakername</a:t>
            </a:r>
            <a:endParaRPr lang="de-DE" dirty="0"/>
          </a:p>
          <a:p>
            <a:r>
              <a:rPr lang="de-DE" dirty="0"/>
              <a:t>Expert for</a:t>
            </a:r>
          </a:p>
          <a:p>
            <a:r>
              <a:rPr lang="de-DE" dirty="0"/>
              <a:t>Company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4ECE99-91A7-46BA-85CA-DBA66FBB645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63042" y="1122363"/>
            <a:ext cx="700495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dirty="0"/>
              <a:t>Session Titel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0E288C-311F-4129-A0A4-E977EEBE4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9229-6F27-4920-A7A9-2E65E84F7ADD}" type="datetime1">
              <a:rPr lang="de-DE" smtClean="0"/>
              <a:t>04.02.2021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97981F-A761-4C87-8565-FD793DC88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00368A-3D13-452C-8143-A27958CD2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‹#›</a:t>
            </a:fld>
            <a:endParaRPr lang="de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B452F3-A872-48A6-AC15-99A1DB4956FE}"/>
              </a:ext>
            </a:extLst>
          </p:cNvPr>
          <p:cNvSpPr/>
          <p:nvPr userDrawn="1"/>
        </p:nvSpPr>
        <p:spPr>
          <a:xfrm>
            <a:off x="10417629" y="223157"/>
            <a:ext cx="1137996" cy="175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3">
            <a:extLst>
              <a:ext uri="{FF2B5EF4-FFF2-40B4-BE49-F238E27FC236}">
                <a16:creationId xmlns:a16="http://schemas.microsoft.com/office/drawing/2014/main" id="{7167595E-F094-4345-B43D-219048D996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75" y="1362234"/>
            <a:ext cx="2395733" cy="334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388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E7E17B-5119-4860-A157-F6C5AAAD9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A14241-BEE2-40D8-959E-3973467FA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50599E-D859-4EF1-99DD-9195F74D3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DE673-1EF8-4BEA-8241-6DC1D91261A8}" type="datetime1">
              <a:rPr lang="de-DE" smtClean="0"/>
              <a:t>04.02.2021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7EFD1A-7BF4-46CA-82A9-996D42DC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2D666C-6033-438F-B41C-46B401824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4930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CE5E28-6192-4421-A1B7-EBC4F0EF8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715A21-7E61-4581-ADCA-6426D9F5D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9E2EAB-E1CC-4C15-9E02-54E080F6C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DAC61-B5EE-4948-8077-B9CEB3AFCD2D}" type="datetime1">
              <a:rPr lang="de-DE" smtClean="0"/>
              <a:t>04.02.2021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940588-F803-42BD-BA6C-CCAB1DE3C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B912E7-63C3-4563-B95E-2CE354B8C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1065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9BC683-76B2-41AA-96D6-738D87DCF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D28788-9E38-4190-96DF-66DAA21706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8F693F8-2993-43F3-8AAF-17E76D2261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9A3535-96D6-4E04-ACE3-66E72D00C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D197-8AFD-4E07-B831-718A4B864E7E}" type="datetime1">
              <a:rPr lang="de-DE" smtClean="0"/>
              <a:t>04.02.2021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FDAB39-DCFB-488A-A099-4F5AD86A4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2AE2B3-9DEF-4458-83E0-5F942B6D5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1674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95D07E-6B90-49B9-890E-48BA8983B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96A37E-CA29-46AD-B02D-5D2DE30A9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775ACE-DC08-4733-BAF8-D1DC07E4E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84129F7-C659-43E4-9B14-DD7E90E2FE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305D6A0-57ED-4238-9D8A-02E353B3FB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889D9B2-FFDA-479F-A136-ED9614C2B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D1FAB-6646-496E-8301-EA65FFACC0E0}" type="datetime1">
              <a:rPr lang="de-DE" smtClean="0"/>
              <a:t>04.02.2021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DC98260-DA43-468D-ACB1-167B1BDF4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21D5EEA-1F41-4593-8820-7B775D0FC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1731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3114D5-0395-46A4-AC7B-25E539B27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032BC90-DB29-4398-A8C7-ED26E8E0B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0CA69-4A33-4A9C-895E-0D2C0D5C0E10}" type="datetime1">
              <a:rPr lang="de-DE" smtClean="0"/>
              <a:t>04.02.2021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A20286A-18FC-4789-A0E4-833F9F68F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75D263-AC6F-4F20-B709-D62DCAC77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353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BDB275C-6418-4CE2-BABB-23F5D25D3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8822B-C3FD-4DFB-AC60-C25A15B64637}" type="datetime1">
              <a:rPr lang="de-DE" smtClean="0"/>
              <a:t>04.02.2021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CD07437-D833-413B-99BF-79C085710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A48D7D0-4FE4-439D-952F-D1790F9F9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0684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BEE01B-F5EC-4BC8-BC73-6852C3096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3832B4-8236-47F9-A97C-E7CAEBA5A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B89B6EE-A40F-4869-ACE6-F6BC6D982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D780D17-4360-4A8E-8BDB-ADE0E1215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A3E95-D755-4B26-8E25-A393F3890630}" type="datetime1">
              <a:rPr lang="de-DE" smtClean="0"/>
              <a:t>04.02.2021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CB217B6-E575-412B-B8A6-1FDC2B3ED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ADC2DB4-D446-4195-BD6E-8E9665680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70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230F9C-5DBC-42A2-9E36-81AC9038D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91002E3-8866-47F7-A10A-65F6F0F1B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9C54CB2-BE5B-424C-8F62-D18636BF5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E2B6D76-3A82-4196-BB68-64F022749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5E6C5-8468-4DE5-9DD5-A69B6A299C00}" type="datetime1">
              <a:rPr lang="de-DE" smtClean="0"/>
              <a:t>04.02.2021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FBD5C5-AD67-47A3-8AFB-1060F3AA4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44782A-84ED-4C60-AA9E-46117527C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3782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0AE6AB-E51C-4AFF-9A3C-870734223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FF7835A-7D91-4D11-AC83-45B361D50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FD54F6-0F1C-4FEB-942C-D00A3BEDE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D62FB-2A63-49E3-A764-18D5EC5848EF}" type="datetime1">
              <a:rPr lang="de-DE" smtClean="0"/>
              <a:t>04.02.2021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A516AE-3C5D-4912-B2C7-452733FE1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21C254-5479-471B-8FF4-B17B6733F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7911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025B874-B974-41FA-8F8F-5A86CC1C1F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531AFA6-9BFB-4D14-8947-0B38D241E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5FDDC9-BB72-447F-B8A3-9AB46293E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34584-DEE3-4750-9F53-E65CF5349A1E}" type="datetime1">
              <a:rPr lang="de-DE" smtClean="0"/>
              <a:t>04.02.2021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C74AFF-1087-410E-8B0E-0FF6CC61B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151CB0-8F03-47BD-B8CA-2D3BC4AE5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3766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F51D6-2D14-45A7-8F31-80A83B486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FC0F71-2615-4D65-A375-897AEB081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E9A36-31D5-484D-A54E-F94E7584A301}" type="datetime1">
              <a:rPr lang="de-DE" smtClean="0"/>
              <a:t>04.02.2021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25F7F4-05E8-4032-A2B7-CD54B0B0D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AF1AE0-C27B-4F40-9DB8-930484B71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2673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4DBE8-3726-45A8-8E20-F3603D134B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err="1"/>
              <a:t>Speakername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E7C88C-2ACF-4C5F-A105-F47645DD6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7B81-58DF-40B0-A799-FA05DB45A1E8}" type="datetime1">
              <a:rPr lang="de-DE" smtClean="0"/>
              <a:t>04.02.2021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F6C27-6328-4844-83FA-7D8DF760C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63B41-3892-4CA0-BC96-CD28B26E3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‹#›</a:t>
            </a:fld>
            <a:endParaRPr lang="de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568BF17-2CA7-4452-BCFA-217C269A37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0" y="2101705"/>
            <a:ext cx="3017837" cy="27273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FCA3007-59FA-4A96-8593-FE228B5D45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33863" y="2101850"/>
            <a:ext cx="5943600" cy="2727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48743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80660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1" y="1434371"/>
            <a:ext cx="11018520" cy="1844608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6500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84200" y="1435498"/>
            <a:ext cx="11018520" cy="161274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3005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C054F9-C19D-4616-B6C2-BF9B83A571C5}"/>
              </a:ext>
            </a:extLst>
          </p:cNvPr>
          <p:cNvSpPr/>
          <p:nvPr userDrawn="1"/>
        </p:nvSpPr>
        <p:spPr>
          <a:xfrm>
            <a:off x="200891" y="1122363"/>
            <a:ext cx="3103418" cy="40869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4ECE99-91A7-46BA-85CA-DBA66FBB645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63042" y="1122363"/>
            <a:ext cx="700495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82F9296-0AE5-4E7A-B6F6-6D6A504D29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63042" y="3602038"/>
            <a:ext cx="7004958" cy="1655762"/>
          </a:xfrm>
        </p:spPr>
        <p:txBody>
          <a:bodyPr/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Speakername</a:t>
            </a:r>
            <a:endParaRPr lang="de-DE" dirty="0"/>
          </a:p>
          <a:p>
            <a:r>
              <a:rPr lang="de-DE" dirty="0"/>
              <a:t>Expert for</a:t>
            </a:r>
          </a:p>
          <a:p>
            <a:r>
              <a:rPr lang="de-DE" dirty="0"/>
              <a:t>Company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0E288C-311F-4129-A0A4-E977EEBE4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6467F-B7B1-4F3A-8864-4D21893E9D57}" type="datetime1">
              <a:rPr lang="de-DE" smtClean="0"/>
              <a:t>04.02.2021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97981F-A761-4C87-8565-FD793DC88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00368A-3D13-452C-8143-A27958CD2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‹#›</a:t>
            </a:fld>
            <a:endParaRPr lang="de-DE"/>
          </a:p>
        </p:txBody>
      </p:sp>
      <p:pic>
        <p:nvPicPr>
          <p:cNvPr id="7" name="Grafik 3">
            <a:extLst>
              <a:ext uri="{FF2B5EF4-FFF2-40B4-BE49-F238E27FC236}">
                <a16:creationId xmlns:a16="http://schemas.microsoft.com/office/drawing/2014/main" id="{7167595E-F094-4345-B43D-219048D996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302" y="1490956"/>
            <a:ext cx="2395733" cy="334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5319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E7E17B-5119-4860-A157-F6C5AAAD9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A14241-BEE2-40D8-959E-3973467FA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50599E-D859-4EF1-99DD-9195F74D3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DBAFC-AFDC-48FA-9A70-C574AA9B83C5}" type="datetime1">
              <a:rPr lang="de-DE" smtClean="0"/>
              <a:t>04.02.2021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7EFD1A-7BF4-46CA-82A9-996D42DC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2D666C-6033-438F-B41C-46B401824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06494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CE5E28-6192-4421-A1B7-EBC4F0EF8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715A21-7E61-4581-ADCA-6426D9F5D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9E2EAB-E1CC-4C15-9E02-54E080F6C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BEB6-6082-4AF6-BD63-83AF12DBFE46}" type="datetime1">
              <a:rPr lang="de-DE" smtClean="0"/>
              <a:t>04.02.2021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940588-F803-42BD-BA6C-CCAB1DE3C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B912E7-63C3-4563-B95E-2CE354B8C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55733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9BC683-76B2-41AA-96D6-738D87DCF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D28788-9E38-4190-96DF-66DAA21706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8F693F8-2993-43F3-8AAF-17E76D2261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9A3535-96D6-4E04-ACE3-66E72D00C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0D567-C311-4909-B1AB-1B9D6B85C573}" type="datetime1">
              <a:rPr lang="de-DE" smtClean="0"/>
              <a:t>04.02.2021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FDAB39-DCFB-488A-A099-4F5AD86A4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2AE2B3-9DEF-4458-83E0-5F942B6D5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25275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95D07E-6B90-49B9-890E-48BA8983B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96A37E-CA29-46AD-B02D-5D2DE30A9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775ACE-DC08-4733-BAF8-D1DC07E4E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84129F7-C659-43E4-9B14-DD7E90E2FE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305D6A0-57ED-4238-9D8A-02E353B3FB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889D9B2-FFDA-479F-A136-ED9614C2B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88EA2-BF4E-4C79-B5DF-C36B5581B3D9}" type="datetime1">
              <a:rPr lang="de-DE" smtClean="0"/>
              <a:t>04.02.2021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DC98260-DA43-468D-ACB1-167B1BDF4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21D5EEA-1F41-4593-8820-7B775D0FC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75871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3114D5-0395-46A4-AC7B-25E539B27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032BC90-DB29-4398-A8C7-ED26E8E0B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12A5-8D77-47EE-97F5-2C1308D68327}" type="datetime1">
              <a:rPr lang="de-DE" smtClean="0"/>
              <a:t>04.02.2021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A20286A-18FC-4789-A0E4-833F9F68F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75D263-AC6F-4F20-B709-D62DCAC77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61576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BDB275C-6418-4CE2-BABB-23F5D25D3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847B4-EECB-4887-8F24-F8D96414B5C2}" type="datetime1">
              <a:rPr lang="de-DE" smtClean="0"/>
              <a:t>04.02.2021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CD07437-D833-413B-99BF-79C085710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A48D7D0-4FE4-439D-952F-D1790F9F9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57633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BEE01B-F5EC-4BC8-BC73-6852C3096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3832B4-8236-47F9-A97C-E7CAEBA5A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B89B6EE-A40F-4869-ACE6-F6BC6D982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D780D17-4360-4A8E-8BDB-ADE0E1215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265A0-6A88-4BB9-84AB-E66ED5C1CFDE}" type="datetime1">
              <a:rPr lang="de-DE" smtClean="0"/>
              <a:t>04.02.2021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CB217B6-E575-412B-B8A6-1FDC2B3ED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ADC2DB4-D446-4195-BD6E-8E9665680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10012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230F9C-5DBC-42A2-9E36-81AC9038D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91002E3-8866-47F7-A10A-65F6F0F1B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9C54CB2-BE5B-424C-8F62-D18636BF5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E2B6D76-3A82-4196-BB68-64F022749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80CDB-A50E-4885-B305-520D88741B5B}" type="datetime1">
              <a:rPr lang="de-DE" smtClean="0"/>
              <a:t>04.02.2021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FBD5C5-AD67-47A3-8AFB-1060F3AA4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44782A-84ED-4C60-AA9E-46117527C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92571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0AE6AB-E51C-4AFF-9A3C-870734223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FF7835A-7D91-4D11-AC83-45B361D50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FD54F6-0F1C-4FEB-942C-D00A3BEDE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7A9F-66AE-42FC-B8F2-38546EC7BA67}" type="datetime1">
              <a:rPr lang="de-DE" smtClean="0"/>
              <a:t>04.02.2021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A516AE-3C5D-4912-B2C7-452733FE1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21C254-5479-471B-8FF4-B17B6733F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21400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025B874-B974-41FA-8F8F-5A86CC1C1F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531AFA6-9BFB-4D14-8947-0B38D241E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5FDDC9-BB72-447F-B8A3-9AB46293E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8C87F-B3A5-46A3-BB4C-9172FC284819}" type="datetime1">
              <a:rPr lang="de-DE" smtClean="0"/>
              <a:t>04.02.2021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C74AFF-1087-410E-8B0E-0FF6CC61B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151CB0-8F03-47BD-B8CA-2D3BC4AE5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6589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3AD1E-BF90-4434-B93B-C746951D2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656A73-1DCF-4BD0-9030-BABAA31AE0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5C77E-508E-4DAA-8BEC-F6212E4B1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0A958-5883-4F2B-B38D-6FFAEEA81C4F}" type="datetime1">
              <a:rPr lang="de-DE" smtClean="0"/>
              <a:t>04.02.2021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B3FE7-2E38-40AC-AE49-575DA8108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3A816-7E6F-4062-8B10-BD324842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8E1EF-3DCE-4329-B5F5-6A7449CC1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584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007C3-37D4-4974-9AD0-0AE98F585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AB132-25D3-441D-A85D-E27211C5E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01C93-4B14-4DDB-BC8A-03494812F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52B19-EB9D-4968-BD4E-D0066C31591F}" type="datetime1">
              <a:rPr lang="de-DE" smtClean="0"/>
              <a:t>04.02.2021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68311-8A9A-45E1-8367-003728671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28EC0-26D8-46FB-A19C-F2CE86E13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8E1EF-3DCE-4329-B5F5-6A7449CC1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638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F2AA4-DA31-4CC8-9BED-79881A774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06B72-7C41-4D44-9E2D-33E7B3775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B96A5-720B-4C91-A5E3-6AFFCA99D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E73D5-BB71-4F09-A15A-CC1EE6223392}" type="datetime1">
              <a:rPr lang="de-DE" smtClean="0"/>
              <a:t>04.02.2021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7A367-DF8E-4A67-83AA-9A39B2299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9A3FF-0073-4EBD-8B8A-C6A154378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8E1EF-3DCE-4329-B5F5-6A7449CC1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813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9C74C-7400-47D2-A239-6C79B4D50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0F108-C3BA-4D86-8F2D-55CEE023A2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3E7AAA-835E-4032-AF10-34C4B4C8B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7CA09A-B8E9-4A47-8874-1FBDC4CEE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204EF-53F0-4EC1-89D8-4108EB978B72}" type="datetime1">
              <a:rPr lang="de-DE" smtClean="0"/>
              <a:t>04.02.2021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B113B-B49A-4974-BAFD-C72F342E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F873D-1B6C-4C46-8B3E-40B4858C9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8E1EF-3DCE-4329-B5F5-6A7449CC1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8152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DAC5-06B1-4A53-A7E5-126008A9C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F3D20-BC80-4DC2-9683-B7B72DB92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495373-4C40-4DE5-8CE9-BBFA3EB4D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1492E7-0E46-4AD0-A06A-24B8BD7F7E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0BFD5E-133B-494F-8E87-15353C8ADF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96422C-03F7-4DD6-8578-6870B0BF8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7B33E-A458-4320-9AFE-AB120FF6DC2A}" type="datetime1">
              <a:rPr lang="de-DE" smtClean="0"/>
              <a:t>04.02.2021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C726C1-E46A-419A-96A6-16A5B438B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CA5F21-6AC8-4219-A612-58D4043A8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8E1EF-3DCE-4329-B5F5-6A7449CC1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7842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D5810-6ACD-474C-9A1F-B766A7C4B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7D0229-CEFD-4819-9523-FADD31549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3344A-DD17-485D-9A4E-A744AACB8B5F}" type="datetime1">
              <a:rPr lang="de-DE" smtClean="0"/>
              <a:t>04.02.2021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D092B8-6A62-438F-BEB1-59FD9C00E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44732-2350-4E21-BEA1-7A40CD49D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8E1EF-3DCE-4329-B5F5-6A7449CC1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515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5EC986-C8F0-4D11-9877-8B6D72AA9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4AE6D-4399-4354-9BDC-033402256755}" type="datetime1">
              <a:rPr lang="de-DE" smtClean="0"/>
              <a:t>04.02.2021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075956-DD2B-4AFF-9B4C-1650B7B37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34776-CA38-4BB9-A7A0-5D1BA57E1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8E1EF-3DCE-4329-B5F5-6A7449CC1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0266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323C7-BE44-4CD5-9319-264E69AB8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C2789-39F5-48C4-BC71-89DDB8E82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F6B6FB-0016-4A6E-86C0-DB7782BB6B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17F52-ED66-467A-A6B3-11C52E147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18BFB-D89A-4F25-98EE-6697D17EEE2F}" type="datetime1">
              <a:rPr lang="de-DE" smtClean="0"/>
              <a:t>04.02.2021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E48A0-0E68-4977-9BDD-F27F916D0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6621AE-E222-4FF9-BF59-B7BDA6C91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8E1EF-3DCE-4329-B5F5-6A7449CC1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82408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6CAA5-B5F2-4A8B-B101-80BEE0AE6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EEE6D1-22F5-45C6-9120-FC12D2A56F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A1F619-D0C8-4993-A690-60AC1C7B8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C2157-D528-4653-AA45-56A8112CC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C54C0-B14B-4DB2-BC8F-4866A52CDA69}" type="datetime1">
              <a:rPr lang="de-DE" smtClean="0"/>
              <a:t>04.02.2021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F4195-2AD7-4F30-848C-D580FE7D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2C30B0-BC06-4C27-817A-17A0DC8F9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8E1EF-3DCE-4329-B5F5-6A7449CC1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14628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1E6F9-F59B-4682-91E9-9A77A6B26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C904F8-C560-44C3-814C-F1D923183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0E8B8-F84A-49CA-A35D-ADACF6255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6AB2C-ECE4-43D0-9ABE-943A37796A65}" type="datetime1">
              <a:rPr lang="de-DE" smtClean="0"/>
              <a:t>04.02.2021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DA4F4-419F-4E21-BD12-1B88FBDEB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0896D-6B7E-4832-ADDF-E3BD84C93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8E1EF-3DCE-4329-B5F5-6A7449CC1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147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3BA674-B566-4087-8811-0BB8E0A7D8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7852D4-D9F3-48E9-8B5C-87DFC432F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DFA6A-D7CC-4D42-B9D0-DB1CE8118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CBCF3-B945-4C32-B1DE-1405AA565717}" type="datetime1">
              <a:rPr lang="de-DE" smtClean="0"/>
              <a:t>04.02.2021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A09B3-579A-44E9-85A5-AB785AC28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969BD-44F8-4FF9-952F-93BA8D068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8E1EF-3DCE-4329-B5F5-6A7449CC1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82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DC38FE-B8CB-4ACE-8C22-EFF7BC55DE32}"/>
              </a:ext>
            </a:extLst>
          </p:cNvPr>
          <p:cNvSpPr/>
          <p:nvPr userDrawn="1"/>
        </p:nvSpPr>
        <p:spPr>
          <a:xfrm>
            <a:off x="0" y="6275614"/>
            <a:ext cx="12192000" cy="5823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1E3F396-D8D4-472D-ABDA-9F4635851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10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DAAE017-3438-4A86-8A3C-3FAF8EC2A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48D789-DFFD-411E-8481-A8A58F73BA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17B81-58DF-40B0-A799-FA05DB45A1E8}" type="datetime1">
              <a:rPr lang="de-DE" smtClean="0"/>
              <a:t>04.02.2021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3048F7-F7C7-4891-8327-31F55EF44B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124489-0D50-486A-BB61-C7D32591D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446B5-1F95-4CFB-9FD8-C0DE70A87471}" type="slidenum">
              <a:rPr lang="de-DE" smtClean="0"/>
              <a:t>‹#›</a:t>
            </a:fld>
            <a:endParaRPr lang="de-DE"/>
          </a:p>
        </p:txBody>
      </p:sp>
      <p:pic>
        <p:nvPicPr>
          <p:cNvPr id="9" name="Grafik 3">
            <a:extLst>
              <a:ext uri="{FF2B5EF4-FFF2-40B4-BE49-F238E27FC236}">
                <a16:creationId xmlns:a16="http://schemas.microsoft.com/office/drawing/2014/main" id="{C342992F-9B88-4D89-BA42-9BBEBB7C8DA8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209" y="365125"/>
            <a:ext cx="917591" cy="128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514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  <p:sldLayoutId id="2147483685" r:id="rId13"/>
    <p:sldLayoutId id="2147483686" r:id="rId14"/>
    <p:sldLayoutId id="2147483688" r:id="rId15"/>
    <p:sldLayoutId id="2147483689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1E3F396-D8D4-472D-ABDA-9F4635851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DAAE017-3438-4A86-8A3C-3FAF8EC2A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48D789-DFFD-411E-8481-A8A58F73BA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22DEFA-6A38-41B3-8795-BE90A6746647}" type="datetime1">
              <a:rPr lang="de-DE" smtClean="0"/>
              <a:t>04.02.2021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3048F7-F7C7-4891-8327-31F55EF44B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124489-0D50-486A-BB61-C7D32591D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446B5-1F95-4CFB-9FD8-C0DE70A874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1376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D9158-8F51-44A0-B038-BF0B6AC61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2C9F9-6636-47A8-BCCA-08C664941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6D861-B249-4B95-BF3F-D9BE53D4EA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84AA8-CBE0-47FD-A948-7DA799B8F788}" type="datetime1">
              <a:rPr lang="de-DE" smtClean="0"/>
              <a:t>04.02.2021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87DEE-E359-48E9-B794-90EAECC0EC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A0266-3DB9-4B2A-B544-EF54A01368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8E1EF-3DCE-4329-B5F5-6A7449CC1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67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gdf-digital.de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png"/><Relationship Id="rId18" Type="http://schemas.openxmlformats.org/officeDocument/2006/relationships/image" Target="../media/image25.svg"/><Relationship Id="rId26" Type="http://schemas.openxmlformats.org/officeDocument/2006/relationships/image" Target="../media/image33.svg"/><Relationship Id="rId39" Type="http://schemas.openxmlformats.org/officeDocument/2006/relationships/image" Target="../media/image46.png"/><Relationship Id="rId21" Type="http://schemas.openxmlformats.org/officeDocument/2006/relationships/image" Target="../media/image28.png"/><Relationship Id="rId34" Type="http://schemas.openxmlformats.org/officeDocument/2006/relationships/image" Target="../media/image41.svg"/><Relationship Id="rId42" Type="http://schemas.openxmlformats.org/officeDocument/2006/relationships/image" Target="../media/image49.svg"/><Relationship Id="rId47" Type="http://schemas.openxmlformats.org/officeDocument/2006/relationships/image" Target="../media/image54.png"/><Relationship Id="rId50" Type="http://schemas.openxmlformats.org/officeDocument/2006/relationships/image" Target="../media/image57.sv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3.svg"/><Relationship Id="rId29" Type="http://schemas.openxmlformats.org/officeDocument/2006/relationships/image" Target="../media/image36.png"/><Relationship Id="rId11" Type="http://schemas.openxmlformats.org/officeDocument/2006/relationships/image" Target="../media/image18.png"/><Relationship Id="rId24" Type="http://schemas.openxmlformats.org/officeDocument/2006/relationships/image" Target="../media/image31.svg"/><Relationship Id="rId32" Type="http://schemas.openxmlformats.org/officeDocument/2006/relationships/image" Target="../media/image39.svg"/><Relationship Id="rId37" Type="http://schemas.openxmlformats.org/officeDocument/2006/relationships/image" Target="../media/image44.png"/><Relationship Id="rId40" Type="http://schemas.openxmlformats.org/officeDocument/2006/relationships/image" Target="../media/image47.svg"/><Relationship Id="rId45" Type="http://schemas.openxmlformats.org/officeDocument/2006/relationships/image" Target="../media/image52.png"/><Relationship Id="rId53" Type="http://schemas.openxmlformats.org/officeDocument/2006/relationships/image" Target="../media/image60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19" Type="http://schemas.openxmlformats.org/officeDocument/2006/relationships/image" Target="../media/image26.png"/><Relationship Id="rId31" Type="http://schemas.openxmlformats.org/officeDocument/2006/relationships/image" Target="../media/image38.png"/><Relationship Id="rId44" Type="http://schemas.openxmlformats.org/officeDocument/2006/relationships/image" Target="../media/image51.svg"/><Relationship Id="rId52" Type="http://schemas.openxmlformats.org/officeDocument/2006/relationships/image" Target="../media/image59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Relationship Id="rId22" Type="http://schemas.openxmlformats.org/officeDocument/2006/relationships/image" Target="../media/image29.svg"/><Relationship Id="rId27" Type="http://schemas.openxmlformats.org/officeDocument/2006/relationships/image" Target="../media/image34.png"/><Relationship Id="rId30" Type="http://schemas.openxmlformats.org/officeDocument/2006/relationships/image" Target="../media/image37.svg"/><Relationship Id="rId35" Type="http://schemas.openxmlformats.org/officeDocument/2006/relationships/image" Target="../media/image42.png"/><Relationship Id="rId43" Type="http://schemas.openxmlformats.org/officeDocument/2006/relationships/image" Target="../media/image50.png"/><Relationship Id="rId48" Type="http://schemas.openxmlformats.org/officeDocument/2006/relationships/image" Target="../media/image55.svg"/><Relationship Id="rId8" Type="http://schemas.openxmlformats.org/officeDocument/2006/relationships/image" Target="../media/image15.svg"/><Relationship Id="rId51" Type="http://schemas.openxmlformats.org/officeDocument/2006/relationships/image" Target="../media/image58.png"/><Relationship Id="rId3" Type="http://schemas.openxmlformats.org/officeDocument/2006/relationships/image" Target="../media/image10.png"/><Relationship Id="rId12" Type="http://schemas.openxmlformats.org/officeDocument/2006/relationships/image" Target="../media/image19.svg"/><Relationship Id="rId17" Type="http://schemas.openxmlformats.org/officeDocument/2006/relationships/image" Target="../media/image24.png"/><Relationship Id="rId25" Type="http://schemas.openxmlformats.org/officeDocument/2006/relationships/image" Target="../media/image32.png"/><Relationship Id="rId33" Type="http://schemas.openxmlformats.org/officeDocument/2006/relationships/image" Target="../media/image40.png"/><Relationship Id="rId38" Type="http://schemas.openxmlformats.org/officeDocument/2006/relationships/image" Target="../media/image45.svg"/><Relationship Id="rId46" Type="http://schemas.openxmlformats.org/officeDocument/2006/relationships/image" Target="../media/image53.svg"/><Relationship Id="rId20" Type="http://schemas.openxmlformats.org/officeDocument/2006/relationships/image" Target="../media/image27.svg"/><Relationship Id="rId41" Type="http://schemas.openxmlformats.org/officeDocument/2006/relationships/image" Target="../media/image48.png"/><Relationship Id="rId54" Type="http://schemas.openxmlformats.org/officeDocument/2006/relationships/image" Target="../media/image61.sv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sv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28" Type="http://schemas.openxmlformats.org/officeDocument/2006/relationships/image" Target="../media/image35.svg"/><Relationship Id="rId36" Type="http://schemas.openxmlformats.org/officeDocument/2006/relationships/image" Target="../media/image43.svg"/><Relationship Id="rId49" Type="http://schemas.openxmlformats.org/officeDocument/2006/relationships/image" Target="../media/image5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sv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10" Type="http://schemas.openxmlformats.org/officeDocument/2006/relationships/image" Target="../media/image75.svg"/><Relationship Id="rId4" Type="http://schemas.openxmlformats.org/officeDocument/2006/relationships/image" Target="../media/image69.svg"/><Relationship Id="rId9" Type="http://schemas.openxmlformats.org/officeDocument/2006/relationships/image" Target="../media/image7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sv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9.svg"/><Relationship Id="rId5" Type="http://schemas.openxmlformats.org/officeDocument/2006/relationships/image" Target="../media/image78.png"/><Relationship Id="rId4" Type="http://schemas.openxmlformats.org/officeDocument/2006/relationships/image" Target="../media/image7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sv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5.svg"/><Relationship Id="rId5" Type="http://schemas.openxmlformats.org/officeDocument/2006/relationships/image" Target="../media/image84.png"/><Relationship Id="rId4" Type="http://schemas.openxmlformats.org/officeDocument/2006/relationships/image" Target="../media/image8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1.svg"/><Relationship Id="rId5" Type="http://schemas.openxmlformats.org/officeDocument/2006/relationships/image" Target="../media/image90.png"/><Relationship Id="rId4" Type="http://schemas.openxmlformats.org/officeDocument/2006/relationships/image" Target="../media/image89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sv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8.svg"/><Relationship Id="rId5" Type="http://schemas.openxmlformats.org/officeDocument/2006/relationships/image" Target="../media/image97.png"/><Relationship Id="rId10" Type="http://schemas.openxmlformats.org/officeDocument/2006/relationships/image" Target="../media/image63.svg"/><Relationship Id="rId4" Type="http://schemas.openxmlformats.org/officeDocument/2006/relationships/image" Target="../media/image96.svg"/><Relationship Id="rId9" Type="http://schemas.openxmlformats.org/officeDocument/2006/relationships/image" Target="../media/image6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1.svg"/><Relationship Id="rId5" Type="http://schemas.openxmlformats.org/officeDocument/2006/relationships/image" Target="../media/image80.png"/><Relationship Id="rId4" Type="http://schemas.openxmlformats.org/officeDocument/2006/relationships/image" Target="../media/image102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svg"/><Relationship Id="rId3" Type="http://schemas.openxmlformats.org/officeDocument/2006/relationships/image" Target="../media/image99.png"/><Relationship Id="rId7" Type="http://schemas.openxmlformats.org/officeDocument/2006/relationships/image" Target="../media/image10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04.svg"/><Relationship Id="rId5" Type="http://schemas.openxmlformats.org/officeDocument/2006/relationships/image" Target="../media/image103.png"/><Relationship Id="rId10" Type="http://schemas.openxmlformats.org/officeDocument/2006/relationships/image" Target="../media/image63.svg"/><Relationship Id="rId4" Type="http://schemas.openxmlformats.org/officeDocument/2006/relationships/image" Target="../media/image100.svg"/><Relationship Id="rId9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svg"/><Relationship Id="rId3" Type="http://schemas.openxmlformats.org/officeDocument/2006/relationships/image" Target="../media/image107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02.svg"/><Relationship Id="rId5" Type="http://schemas.openxmlformats.org/officeDocument/2006/relationships/image" Target="../media/image101.png"/><Relationship Id="rId4" Type="http://schemas.openxmlformats.org/officeDocument/2006/relationships/image" Target="../media/image10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109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10" Type="http://schemas.openxmlformats.org/officeDocument/2006/relationships/image" Target="../media/image112.svg"/><Relationship Id="rId4" Type="http://schemas.openxmlformats.org/officeDocument/2006/relationships/image" Target="../media/image110.svg"/><Relationship Id="rId9" Type="http://schemas.openxmlformats.org/officeDocument/2006/relationships/image" Target="../media/image11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DD94BBF6-9607-41EF-9813-BA5F33B1D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375" y="601848"/>
            <a:ext cx="1591526" cy="222530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ABEAC41A-837D-4490-BB23-382BD4A126BC}"/>
              </a:ext>
            </a:extLst>
          </p:cNvPr>
          <p:cNvSpPr txBox="1"/>
          <p:nvPr/>
        </p:nvSpPr>
        <p:spPr>
          <a:xfrm>
            <a:off x="2910573" y="357985"/>
            <a:ext cx="760095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GLOBAL</a:t>
            </a:r>
          </a:p>
          <a:p>
            <a:r>
              <a:rPr lang="de-DE" sz="54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SECURITY AND</a:t>
            </a:r>
          </a:p>
          <a:p>
            <a:r>
              <a:rPr lang="de-DE" sz="54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COMPLIANCE </a:t>
            </a:r>
          </a:p>
          <a:p>
            <a:r>
              <a:rPr lang="de-DE" sz="54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COMMUNITY</a:t>
            </a:r>
          </a:p>
          <a:p>
            <a:r>
              <a:rPr lang="de-DE" sz="54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CONFERENCE</a:t>
            </a:r>
            <a:endParaRPr lang="de-DE" sz="54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BF9E037-7E35-4836-AD08-8BFA1088803C}"/>
              </a:ext>
            </a:extLst>
          </p:cNvPr>
          <p:cNvSpPr txBox="1"/>
          <p:nvPr/>
        </p:nvSpPr>
        <p:spPr>
          <a:xfrm>
            <a:off x="0" y="5065986"/>
            <a:ext cx="12192000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4000">
                <a:latin typeface="Segoe UI Black" panose="020B0A02040204020203" pitchFamily="34" charset="0"/>
                <a:ea typeface="Segoe UI Black" panose="020B0A02040204020203" pitchFamily="34" charset="0"/>
              </a:rPr>
              <a:t>08 FEBRUARY 2021 </a:t>
            </a:r>
            <a:endParaRPr lang="de-DE" sz="40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3B007D95-500E-4986-A467-F07E482BE835}"/>
              </a:ext>
            </a:extLst>
          </p:cNvPr>
          <p:cNvCxnSpPr>
            <a:cxnSpLocks/>
          </p:cNvCxnSpPr>
          <p:nvPr/>
        </p:nvCxnSpPr>
        <p:spPr>
          <a:xfrm flipH="1">
            <a:off x="9200165" y="-249875"/>
            <a:ext cx="2785242" cy="2413353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Flussdiagramm: Verbinder 7">
            <a:extLst>
              <a:ext uri="{FF2B5EF4-FFF2-40B4-BE49-F238E27FC236}">
                <a16:creationId xmlns:a16="http://schemas.microsoft.com/office/drawing/2014/main" id="{D77AE7AB-E841-4A86-8400-E823159E251D}"/>
              </a:ext>
            </a:extLst>
          </p:cNvPr>
          <p:cNvSpPr/>
          <p:nvPr/>
        </p:nvSpPr>
        <p:spPr>
          <a:xfrm>
            <a:off x="8869882" y="2051058"/>
            <a:ext cx="493194" cy="423041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26CBAEAC-B3DE-461A-9CC4-ED2B4BD418CC}"/>
              </a:ext>
            </a:extLst>
          </p:cNvPr>
          <p:cNvCxnSpPr>
            <a:cxnSpLocks/>
          </p:cNvCxnSpPr>
          <p:nvPr/>
        </p:nvCxnSpPr>
        <p:spPr>
          <a:xfrm flipH="1">
            <a:off x="10793195" y="-656103"/>
            <a:ext cx="2754363" cy="250896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Flussdiagramm: Verbinder 9">
            <a:extLst>
              <a:ext uri="{FF2B5EF4-FFF2-40B4-BE49-F238E27FC236}">
                <a16:creationId xmlns:a16="http://schemas.microsoft.com/office/drawing/2014/main" id="{88F91F48-5FF6-4BA1-A3AA-06D7AAF63890}"/>
              </a:ext>
            </a:extLst>
          </p:cNvPr>
          <p:cNvSpPr/>
          <p:nvPr/>
        </p:nvSpPr>
        <p:spPr>
          <a:xfrm>
            <a:off x="10462912" y="1740437"/>
            <a:ext cx="493194" cy="423041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61EDEC-40EE-41EC-8BEB-E4F6298D2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8E1EF-3DCE-4329-B5F5-6A7449CC119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813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8A9D4-7A02-4EBE-8C20-22F02730A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0370" y="1122363"/>
            <a:ext cx="6607629" cy="2387600"/>
          </a:xfrm>
        </p:spPr>
        <p:txBody>
          <a:bodyPr/>
          <a:lstStyle/>
          <a:p>
            <a:r>
              <a:rPr lang="en-US" dirty="0"/>
              <a:t>Regain Control with Azure Governance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1ADB5-19E8-4686-83D7-DCCBC6DDA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0370" y="3868738"/>
            <a:ext cx="6607629" cy="1655762"/>
          </a:xfrm>
        </p:spPr>
        <p:txBody>
          <a:bodyPr/>
          <a:lstStyle/>
          <a:p>
            <a:r>
              <a:rPr lang="en-US" dirty="0"/>
              <a:t>Sam Cogan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F59115-9A1D-409A-A83A-6830B9C80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6724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39FB0-BAA3-4C72-A649-60F68E4DD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Sponsor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DC02E-E100-4A1C-B27F-5F43A3EA6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568" y="2203809"/>
            <a:ext cx="10515600" cy="35324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3200" dirty="0"/>
              <a:t>Gesellschaft für Digitalisierung und digitalen Fortschritt e.V. </a:t>
            </a:r>
          </a:p>
          <a:p>
            <a:pPr marL="0" indent="0">
              <a:buNone/>
            </a:pPr>
            <a:r>
              <a:rPr lang="en-US" sz="2400" dirty="0">
                <a:hlinkClick r:id="rId2"/>
              </a:rPr>
              <a:t>http://gdf-digital.de/</a:t>
            </a:r>
            <a:endParaRPr lang="en-US" sz="2400" dirty="0"/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D7274-A574-483E-9281-31A51EF4F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9887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063BD4F-205F-4FC4-9E4A-747F0028D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 Cogan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062B6-DDC6-4C83-A523-FE86A8241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4</a:t>
            </a:fld>
            <a:endParaRPr lang="de-DE"/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E3E83445-C65E-4508-B4BF-9CF7AA783CA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13" b="4813"/>
          <a:stretch>
            <a:fillRect/>
          </a:stretch>
        </p:blipFill>
        <p:spPr/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152EB9-C741-40B8-8110-C59D9E1DFE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defTabSz="914344"/>
            <a:r>
              <a:rPr lang="en-GB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Solution Architect – Willis Towers Watson</a:t>
            </a:r>
          </a:p>
          <a:p>
            <a:pPr defTabSz="914344"/>
            <a:r>
              <a:rPr lang="en-GB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Microsoft Azure MVP</a:t>
            </a:r>
            <a:endParaRPr lang="en-US" dirty="0">
              <a:gradFill>
                <a:gsLst>
                  <a:gs pos="2917">
                    <a:srgbClr val="1A1A1A"/>
                  </a:gs>
                  <a:gs pos="30000">
                    <a:srgbClr val="1A1A1A"/>
                  </a:gs>
                </a:gsLst>
                <a:lin ang="5400000" scaled="0"/>
              </a:gradFill>
              <a:latin typeface="Segoe UI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72773C-71DB-4721-9AD7-4B516AD1E4AD}"/>
              </a:ext>
            </a:extLst>
          </p:cNvPr>
          <p:cNvSpPr txBox="1"/>
          <p:nvPr/>
        </p:nvSpPr>
        <p:spPr>
          <a:xfrm>
            <a:off x="4986837" y="4829030"/>
            <a:ext cx="252714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85775">
              <a:buClrTx/>
            </a:pPr>
            <a:r>
              <a:rPr lang="en-GB" sz="2800" kern="12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  <a:ea typeface="+mn-ea"/>
                <a:cs typeface="+mn-cs"/>
              </a:rPr>
              <a:t>samcogan.com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CEA8A2E4-7D4A-4826-B6AB-D5DE52722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76590" y="4882815"/>
            <a:ext cx="351510" cy="35151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6344D3F-0190-422C-A528-65DE02256F46}"/>
              </a:ext>
            </a:extLst>
          </p:cNvPr>
          <p:cNvSpPr txBox="1"/>
          <p:nvPr/>
        </p:nvSpPr>
        <p:spPr>
          <a:xfrm>
            <a:off x="4986837" y="5330659"/>
            <a:ext cx="196047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685775">
              <a:buClrTx/>
            </a:pPr>
            <a:r>
              <a:rPr lang="en-GB" sz="2800" kern="12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  <a:ea typeface="+mn-ea"/>
                <a:cs typeface="+mn-cs"/>
              </a:rPr>
              <a:t>@</a:t>
            </a:r>
            <a:r>
              <a:rPr lang="en-GB" sz="2800" kern="1200" dirty="0" err="1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  <a:ea typeface="+mn-ea"/>
                <a:cs typeface="+mn-cs"/>
              </a:rPr>
              <a:t>samcogan</a:t>
            </a:r>
            <a:endParaRPr lang="en-GB" sz="2800" kern="1200" dirty="0">
              <a:gradFill>
                <a:gsLst>
                  <a:gs pos="2917">
                    <a:srgbClr val="1A1A1A"/>
                  </a:gs>
                  <a:gs pos="30000">
                    <a:srgbClr val="1A1A1A"/>
                  </a:gs>
                </a:gsLst>
                <a:lin ang="5400000" scaled="0"/>
              </a:gradFill>
              <a:latin typeface="Segoe UI"/>
              <a:ea typeface="+mn-ea"/>
              <a:cs typeface="+mn-cs"/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7DCC9E41-A6D7-47EC-95D7-FBF84E7A88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76590" y="5370348"/>
            <a:ext cx="351510" cy="35151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E451CB9-D1E3-40ED-8F30-D72F05D82E7C}"/>
              </a:ext>
            </a:extLst>
          </p:cNvPr>
          <p:cNvSpPr txBox="1"/>
          <p:nvPr/>
        </p:nvSpPr>
        <p:spPr>
          <a:xfrm>
            <a:off x="4981592" y="5814457"/>
            <a:ext cx="1761701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685775">
              <a:buClrTx/>
            </a:pPr>
            <a:r>
              <a:rPr lang="en-GB" sz="2800" kern="1200" dirty="0" err="1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  <a:ea typeface="+mn-ea"/>
                <a:cs typeface="+mn-cs"/>
              </a:rPr>
              <a:t>sam-cogan</a:t>
            </a:r>
            <a:endParaRPr lang="en-GB" sz="2800" kern="1200" dirty="0">
              <a:gradFill>
                <a:gsLst>
                  <a:gs pos="2917">
                    <a:srgbClr val="1A1A1A"/>
                  </a:gs>
                  <a:gs pos="30000">
                    <a:srgbClr val="1A1A1A"/>
                  </a:gs>
                </a:gsLst>
                <a:lin ang="5400000" scaled="0"/>
              </a:gradFill>
              <a:latin typeface="Segoe UI"/>
              <a:ea typeface="+mn-ea"/>
              <a:cs typeface="+mn-cs"/>
            </a:endParaRP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42439C0B-FA8E-4298-AEFD-44A54972FD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6590" y="5857882"/>
            <a:ext cx="351510" cy="35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95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94832" y="116213"/>
            <a:ext cx="9410700" cy="13255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Regain Control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A2D3D83-A11E-4E95-AD61-6E0EE91AA6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93376" y="1415818"/>
            <a:ext cx="687345" cy="68734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744561E-6904-4A2E-891C-8FE5FCFB3F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1492" y="1479851"/>
            <a:ext cx="731241" cy="731241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3E9234D-CE65-4EAF-B161-DA1628AAA3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1029" y="2769304"/>
            <a:ext cx="731241" cy="731241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C8DCF67-BE5B-4961-9730-FA7E47E324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41393" y="1922263"/>
            <a:ext cx="731241" cy="73124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E3859259-4B1E-480C-BF53-DF4ECADE0D3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00383" y="4520953"/>
            <a:ext cx="727368" cy="72736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06CB911-06B5-45AF-A35B-2CDBF16F5CA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86220" y="4761969"/>
            <a:ext cx="676883" cy="676883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1CAFDF9-037C-463A-9BCD-500418DD304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538585" y="2530544"/>
            <a:ext cx="687345" cy="68734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8F5D1B1C-241E-427C-9FC9-1E6D914FC12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130931" y="2698261"/>
            <a:ext cx="533400" cy="8763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2BE810C-FB33-4446-A64D-D77BAADCD16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756510" y="3025751"/>
            <a:ext cx="687345" cy="687345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87F4C5AF-9825-4283-BB59-4D30A1A508A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229604" y="5027409"/>
            <a:ext cx="698904" cy="698904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DC0B735B-6744-4768-9F91-DA641A372D0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472633" y="2884091"/>
            <a:ext cx="690471" cy="690471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AF4F2DE8-1DF1-4267-A108-7143332B8E4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063595" y="4520963"/>
            <a:ext cx="692915" cy="692915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4C1C1A12-99D4-4655-B473-2FD190D5762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78576" y="1321703"/>
            <a:ext cx="731241" cy="731241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548C5E63-836C-4757-BF71-1AC71ED2CCA7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439513" y="3742795"/>
            <a:ext cx="690471" cy="69047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C026FD99-3BD2-4D9F-9B39-1060EEF10E55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865163" y="5521301"/>
            <a:ext cx="698904" cy="698904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F2BA729-C7D6-4052-993A-08C1F1DDE51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524448" y="4041740"/>
            <a:ext cx="622461" cy="62246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19A5A8C5-2C4C-43DD-930A-66F5C2D2D569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154377" y="3809589"/>
            <a:ext cx="639580" cy="63958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32CFC95E-EE61-4665-9013-F33E1CB26DE5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686424" y="3776798"/>
            <a:ext cx="622461" cy="622461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5969C254-566F-4D3D-A4C1-80DB4F3156E1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386613" y="4939851"/>
            <a:ext cx="676883" cy="676883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4B31C164-0234-4F2C-A0D2-DAEC92AA5020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03516" y="3536128"/>
            <a:ext cx="2280117" cy="1770091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185ED4C1-27E6-4421-B72F-4C9B519017D2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470487" y="4761969"/>
            <a:ext cx="717652" cy="717652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00306B66-F249-4A9C-84B7-151776C199BE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2505581" y="5192675"/>
            <a:ext cx="692915" cy="692915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6EC62C28-6609-412C-A727-D0664DE70D34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864250" y="1703591"/>
            <a:ext cx="687345" cy="687345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88F3F052-36DC-4FBC-9DE9-FA90824182AE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725057" y="1826754"/>
            <a:ext cx="731241" cy="731241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A2A9B2C4-FC82-485B-8155-247B4D4616F9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10029673" y="2836673"/>
            <a:ext cx="940124" cy="940124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B60CD18D-3E85-4C7A-928C-70151404299D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466712" y="2556975"/>
            <a:ext cx="687345" cy="68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21904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588263" y="462880"/>
            <a:ext cx="11018520" cy="553997"/>
          </a:xfrm>
        </p:spPr>
        <p:txBody>
          <a:bodyPr>
            <a:noAutofit/>
          </a:bodyPr>
          <a:lstStyle/>
          <a:p>
            <a:r>
              <a:rPr lang="en-US" dirty="0"/>
              <a:t>Regain Control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BD4F074-A16D-462B-897A-8AA24C3631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16235" y="2243290"/>
            <a:ext cx="2100596" cy="210059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54A625F-A87F-45F0-95BD-E24985AE8C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78778" y="2243290"/>
            <a:ext cx="2100596" cy="210059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0A1761E-1BAF-4CDD-A6F8-251CFAF9EB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41319" y="2243290"/>
            <a:ext cx="2100596" cy="21005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317FC4-6B57-4885-9FC1-3E81AF2E4DAD}"/>
              </a:ext>
            </a:extLst>
          </p:cNvPr>
          <p:cNvSpPr txBox="1"/>
          <p:nvPr/>
        </p:nvSpPr>
        <p:spPr>
          <a:xfrm>
            <a:off x="2061587" y="4399088"/>
            <a:ext cx="1009892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40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Cost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B0A5C2-86DE-43A3-81BF-F05A6E0068C5}"/>
              </a:ext>
            </a:extLst>
          </p:cNvPr>
          <p:cNvSpPr txBox="1"/>
          <p:nvPr/>
        </p:nvSpPr>
        <p:spPr>
          <a:xfrm>
            <a:off x="4832997" y="4404912"/>
            <a:ext cx="1792157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40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Security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F50BDA-0671-45F0-9932-4CB786021CA2}"/>
              </a:ext>
            </a:extLst>
          </p:cNvPr>
          <p:cNvSpPr txBox="1"/>
          <p:nvPr/>
        </p:nvSpPr>
        <p:spPr>
          <a:xfrm>
            <a:off x="7557117" y="4399088"/>
            <a:ext cx="2669000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40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Compliance</a:t>
            </a:r>
          </a:p>
        </p:txBody>
      </p:sp>
    </p:spTree>
    <p:extLst>
      <p:ext uri="{BB962C8B-B14F-4D97-AF65-F5344CB8AC3E}">
        <p14:creationId xmlns:p14="http://schemas.microsoft.com/office/powerpoint/2010/main" val="1406728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400879" y="0"/>
            <a:ext cx="9410700" cy="1325563"/>
          </a:xfrm>
        </p:spPr>
        <p:txBody>
          <a:bodyPr/>
          <a:lstStyle/>
          <a:p>
            <a:r>
              <a:rPr lang="en-US" dirty="0"/>
              <a:t>Regain Control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523684A-7AD2-427D-9247-B568DDDD0381}"/>
              </a:ext>
            </a:extLst>
          </p:cNvPr>
          <p:cNvGraphicFramePr/>
          <p:nvPr/>
        </p:nvGraphicFramePr>
        <p:xfrm>
          <a:off x="2032000" y="71966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5078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C3E90B5-62F0-482A-84ED-849512AF59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927" y="1665587"/>
            <a:ext cx="609600" cy="6096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4D3A39A7-550A-4391-9B78-F16BA766A0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5927" y="2739595"/>
            <a:ext cx="609600" cy="6096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6018C84-992B-4D04-B777-98BCE85EAC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5927" y="3791657"/>
            <a:ext cx="609600" cy="6096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00BD852-9105-4D38-8306-262635AB183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927" y="4887615"/>
            <a:ext cx="609600" cy="609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0600189-BBD5-42F3-845F-113E2E184D8A}"/>
              </a:ext>
            </a:extLst>
          </p:cNvPr>
          <p:cNvSpPr txBox="1"/>
          <p:nvPr/>
        </p:nvSpPr>
        <p:spPr>
          <a:xfrm>
            <a:off x="1531766" y="1665585"/>
            <a:ext cx="587147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How much are we spending?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27648F-1791-40E7-ADC2-82533F06DF33}"/>
              </a:ext>
            </a:extLst>
          </p:cNvPr>
          <p:cNvSpPr txBox="1"/>
          <p:nvPr/>
        </p:nvSpPr>
        <p:spPr>
          <a:xfrm>
            <a:off x="1531766" y="2739595"/>
            <a:ext cx="7875874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What resources are we spending it on?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11FA09-7F51-4FD6-ADAD-D92B289F65BE}"/>
              </a:ext>
            </a:extLst>
          </p:cNvPr>
          <p:cNvSpPr txBox="1"/>
          <p:nvPr/>
        </p:nvSpPr>
        <p:spPr>
          <a:xfrm>
            <a:off x="1531765" y="3791657"/>
            <a:ext cx="6594434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Where are we out of compliance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E23981-88F0-4098-BFA9-51169C965A7E}"/>
              </a:ext>
            </a:extLst>
          </p:cNvPr>
          <p:cNvSpPr txBox="1"/>
          <p:nvPr/>
        </p:nvSpPr>
        <p:spPr>
          <a:xfrm>
            <a:off x="1531766" y="4887613"/>
            <a:ext cx="701576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Where should we focus our effort?</a:t>
            </a:r>
          </a:p>
        </p:txBody>
      </p:sp>
    </p:spTree>
    <p:extLst>
      <p:ext uri="{BB962C8B-B14F-4D97-AF65-F5344CB8AC3E}">
        <p14:creationId xmlns:p14="http://schemas.microsoft.com/office/powerpoint/2010/main" val="2841656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15C6A3A-DE35-4607-886D-A6FA96E90D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07148" y="2160659"/>
            <a:ext cx="1969856" cy="1969856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47A44E8-7BF5-41E8-925A-DCFEA740DB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9115" y="2132381"/>
            <a:ext cx="1968584" cy="196858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1FBA6F4-B034-4589-A788-A0587BE59D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9729" y="2160659"/>
            <a:ext cx="1969856" cy="19698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65B67C-569F-48C3-9EBB-E797D3FB465E}"/>
              </a:ext>
            </a:extLst>
          </p:cNvPr>
          <p:cNvSpPr txBox="1"/>
          <p:nvPr/>
        </p:nvSpPr>
        <p:spPr>
          <a:xfrm>
            <a:off x="4076740" y="4130513"/>
            <a:ext cx="3755836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Cost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DAF8F-BE21-488F-8016-D2B574E98F94}"/>
              </a:ext>
            </a:extLst>
          </p:cNvPr>
          <p:cNvSpPr txBox="1"/>
          <p:nvPr/>
        </p:nvSpPr>
        <p:spPr>
          <a:xfrm>
            <a:off x="454287" y="4130513"/>
            <a:ext cx="315823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Resource</a:t>
            </a:r>
            <a:r>
              <a:rPr lang="en-GB" sz="20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 </a:t>
            </a:r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Graph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F46649-999A-44A9-A651-C2D6D89F6108}"/>
              </a:ext>
            </a:extLst>
          </p:cNvPr>
          <p:cNvSpPr txBox="1"/>
          <p:nvPr/>
        </p:nvSpPr>
        <p:spPr>
          <a:xfrm>
            <a:off x="8350629" y="4130513"/>
            <a:ext cx="3082895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Security Centre</a:t>
            </a:r>
          </a:p>
        </p:txBody>
      </p:sp>
    </p:spTree>
    <p:extLst>
      <p:ext uri="{BB962C8B-B14F-4D97-AF65-F5344CB8AC3E}">
        <p14:creationId xmlns:p14="http://schemas.microsoft.com/office/powerpoint/2010/main" val="2449857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Organise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05E7B-29E5-455A-B788-D722E75C1111}"/>
              </a:ext>
            </a:extLst>
          </p:cNvPr>
          <p:cNvSpPr txBox="1"/>
          <p:nvPr/>
        </p:nvSpPr>
        <p:spPr>
          <a:xfrm>
            <a:off x="1718142" y="2810335"/>
            <a:ext cx="7424853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Classify Subscriptions and Resources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DDF4BC-100D-4954-AEF6-7FA3D07313FE}"/>
              </a:ext>
            </a:extLst>
          </p:cNvPr>
          <p:cNvSpPr txBox="1"/>
          <p:nvPr/>
        </p:nvSpPr>
        <p:spPr>
          <a:xfrm>
            <a:off x="1718142" y="1944657"/>
            <a:ext cx="627280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Create a subscription hierarchy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9BADEA-41AA-42E4-B2A0-96783C2CE83E}"/>
              </a:ext>
            </a:extLst>
          </p:cNvPr>
          <p:cNvSpPr txBox="1"/>
          <p:nvPr/>
        </p:nvSpPr>
        <p:spPr>
          <a:xfrm>
            <a:off x="1718141" y="3676013"/>
            <a:ext cx="6406818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Apply access rights consistently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3CEE95A-63E5-4A5C-B567-2C1F6B9ECB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8392" y="2810335"/>
            <a:ext cx="609600" cy="6096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9E57AA0-A4C2-465D-84BB-3B2F7B6660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392" y="3676013"/>
            <a:ext cx="609600" cy="6096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21D67F8-AEBB-48CA-A608-3FC613BD0C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8392" y="194465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999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Organise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0D5FA9A-7DA2-4B5F-AFB5-390D09C5BD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8593" y="1565858"/>
            <a:ext cx="2709796" cy="270979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056526C-334B-4148-A352-C309146B0B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49246" y="1877031"/>
            <a:ext cx="2398623" cy="2398623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2490044-60D9-4E85-906D-A2E8EEF4F1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28725" y="1877031"/>
            <a:ext cx="2398623" cy="23986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C22159D-C403-4735-BEF1-5720B90DF135}"/>
              </a:ext>
            </a:extLst>
          </p:cNvPr>
          <p:cNvSpPr txBox="1"/>
          <p:nvPr/>
        </p:nvSpPr>
        <p:spPr>
          <a:xfrm>
            <a:off x="428530" y="4275653"/>
            <a:ext cx="431720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Management Groups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EFD6CD-752E-4162-9271-DEBA271694E7}"/>
              </a:ext>
            </a:extLst>
          </p:cNvPr>
          <p:cNvSpPr txBox="1"/>
          <p:nvPr/>
        </p:nvSpPr>
        <p:spPr>
          <a:xfrm>
            <a:off x="5639494" y="4275653"/>
            <a:ext cx="89684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Tags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8DC77F-2012-44B2-9637-92E5D085BB67}"/>
              </a:ext>
            </a:extLst>
          </p:cNvPr>
          <p:cNvSpPr txBox="1"/>
          <p:nvPr/>
        </p:nvSpPr>
        <p:spPr>
          <a:xfrm>
            <a:off x="9369227" y="4275653"/>
            <a:ext cx="1117614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RBAC</a:t>
            </a:r>
          </a:p>
        </p:txBody>
      </p:sp>
    </p:spTree>
    <p:extLst>
      <p:ext uri="{BB962C8B-B14F-4D97-AF65-F5344CB8AC3E}">
        <p14:creationId xmlns:p14="http://schemas.microsoft.com/office/powerpoint/2010/main" val="2892310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709FE-C665-44D5-927E-6224094B9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Management Groups</a:t>
            </a:r>
          </a:p>
        </p:txBody>
      </p:sp>
      <p:pic>
        <p:nvPicPr>
          <p:cNvPr id="1026" name="Picture 2" descr="tree">
            <a:extLst>
              <a:ext uri="{FF2B5EF4-FFF2-40B4-BE49-F238E27FC236}">
                <a16:creationId xmlns:a16="http://schemas.microsoft.com/office/drawing/2014/main" id="{7FEFC5A3-FA53-4B18-95CE-4ED0BAD83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436" y="1329277"/>
            <a:ext cx="7929375" cy="4891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655363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05A7491-3B05-43B8-9156-2C181347FA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927" y="1381549"/>
            <a:ext cx="609600" cy="6096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13DCAA1-A40E-4A1C-96F8-1A49B106FC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5927" y="3298685"/>
            <a:ext cx="609600" cy="6096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346505D6-BEBA-42C0-A506-07AEB8A387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5927" y="4257252"/>
            <a:ext cx="609600" cy="6096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8815DA0-18FD-4844-93E2-28B4D0BB8C4F}"/>
              </a:ext>
            </a:extLst>
          </p:cNvPr>
          <p:cNvSpPr txBox="1"/>
          <p:nvPr/>
        </p:nvSpPr>
        <p:spPr>
          <a:xfrm>
            <a:off x="1354512" y="1381549"/>
            <a:ext cx="3306418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Develop Policies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1E94A9-5F89-411C-B5E4-F6F23740E0BE}"/>
              </a:ext>
            </a:extLst>
          </p:cNvPr>
          <p:cNvSpPr txBox="1"/>
          <p:nvPr/>
        </p:nvSpPr>
        <p:spPr>
          <a:xfrm flipH="1">
            <a:off x="1354511" y="3298685"/>
            <a:ext cx="688421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Audit the impact of these policies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F82569-CBF4-4FBC-88D2-FC54ACD5CC4F}"/>
              </a:ext>
            </a:extLst>
          </p:cNvPr>
          <p:cNvSpPr txBox="1"/>
          <p:nvPr/>
        </p:nvSpPr>
        <p:spPr>
          <a:xfrm>
            <a:off x="1354511" y="2338385"/>
            <a:ext cx="296715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Apply Budgets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A86935-63DF-44F5-8859-EB37E53D5E59}"/>
              </a:ext>
            </a:extLst>
          </p:cNvPr>
          <p:cNvSpPr txBox="1"/>
          <p:nvPr/>
        </p:nvSpPr>
        <p:spPr>
          <a:xfrm>
            <a:off x="1354511" y="4257252"/>
            <a:ext cx="538512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Get ready for enforcement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0DF7794-2565-49C0-B238-D8CD7FDA9FD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927" y="231873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121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33AF69-14F8-4004-963C-C8F83F38687A}"/>
              </a:ext>
            </a:extLst>
          </p:cNvPr>
          <p:cNvSpPr txBox="1"/>
          <p:nvPr/>
        </p:nvSpPr>
        <p:spPr>
          <a:xfrm>
            <a:off x="7291615" y="4555985"/>
            <a:ext cx="246304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Azure Policy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70BC89-17D3-4331-8779-5B6C8AAEEC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8211" y="2444072"/>
            <a:ext cx="1969856" cy="1969856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7DC7AFA-3DF5-4A6A-9286-92A1833ED1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37337" y="2444072"/>
            <a:ext cx="1969856" cy="19698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A97F6D-3EBA-4F5E-81B6-E53AFA76DEB9}"/>
              </a:ext>
            </a:extLst>
          </p:cNvPr>
          <p:cNvSpPr txBox="1"/>
          <p:nvPr/>
        </p:nvSpPr>
        <p:spPr>
          <a:xfrm>
            <a:off x="1555904" y="4555985"/>
            <a:ext cx="3755836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Cost Management</a:t>
            </a:r>
          </a:p>
          <a:p>
            <a:pPr defTabSz="914344"/>
            <a:endParaRPr lang="en-GB" sz="3600" dirty="0">
              <a:gradFill>
                <a:gsLst>
                  <a:gs pos="2917">
                    <a:srgbClr val="1A1A1A"/>
                  </a:gs>
                  <a:gs pos="30000">
                    <a:srgbClr val="1A1A1A"/>
                  </a:gs>
                </a:gsLst>
                <a:lin ang="5400000" scaled="0"/>
              </a:gra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650121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Enforce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EC03896-32D0-4121-8AB8-6CB5CFCB7F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033" y="1634524"/>
            <a:ext cx="609600" cy="6096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60B225C-5545-40D8-920B-EE075BC672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033" y="2507249"/>
            <a:ext cx="609600" cy="6096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503D9E3-CF0B-4832-96DB-0EE1A46335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9033" y="4392480"/>
            <a:ext cx="609600" cy="609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73D712F-EEF9-4902-815F-152D72313D28}"/>
              </a:ext>
            </a:extLst>
          </p:cNvPr>
          <p:cNvSpPr txBox="1"/>
          <p:nvPr/>
        </p:nvSpPr>
        <p:spPr>
          <a:xfrm>
            <a:off x="1381814" y="1634524"/>
            <a:ext cx="647767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Change policies to enforcement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86F3CD-0D12-4B02-9831-B18812C18707}"/>
              </a:ext>
            </a:extLst>
          </p:cNvPr>
          <p:cNvSpPr txBox="1"/>
          <p:nvPr/>
        </p:nvSpPr>
        <p:spPr>
          <a:xfrm>
            <a:off x="1381813" y="2606240"/>
            <a:ext cx="4580100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Add resolution actions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A0DAE4-3C22-46D5-8A20-1D18C1999E07}"/>
              </a:ext>
            </a:extLst>
          </p:cNvPr>
          <p:cNvSpPr txBox="1"/>
          <p:nvPr/>
        </p:nvSpPr>
        <p:spPr>
          <a:xfrm>
            <a:off x="1165717" y="4788152"/>
            <a:ext cx="4571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344"/>
            <a:endParaRPr lang="en-GB" sz="2000" dirty="0" err="1">
              <a:gradFill>
                <a:gsLst>
                  <a:gs pos="2917">
                    <a:srgbClr val="1A1A1A"/>
                  </a:gs>
                  <a:gs pos="30000">
                    <a:srgbClr val="1A1A1A"/>
                  </a:gs>
                </a:gsLst>
                <a:lin ang="5400000" scaled="0"/>
              </a:gradFill>
              <a:latin typeface="Segoe U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B6ED6B-16B6-4427-B4F6-DE36A11FE041}"/>
              </a:ext>
            </a:extLst>
          </p:cNvPr>
          <p:cNvSpPr txBox="1"/>
          <p:nvPr/>
        </p:nvSpPr>
        <p:spPr>
          <a:xfrm>
            <a:off x="1381814" y="4375945"/>
            <a:ext cx="8839215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Create new subscriptions already compliant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5AE1FF8-A25D-4C94-A588-97E151B659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9144" y="3379975"/>
            <a:ext cx="749381" cy="74938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1D32800-BF4A-4FEA-916E-3B1CCE86FCFF}"/>
              </a:ext>
            </a:extLst>
          </p:cNvPr>
          <p:cNvSpPr txBox="1"/>
          <p:nvPr/>
        </p:nvSpPr>
        <p:spPr>
          <a:xfrm>
            <a:off x="1381814" y="3561384"/>
            <a:ext cx="3312125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Enforce Budgets</a:t>
            </a:r>
          </a:p>
        </p:txBody>
      </p:sp>
    </p:spTree>
    <p:extLst>
      <p:ext uri="{BB962C8B-B14F-4D97-AF65-F5344CB8AC3E}">
        <p14:creationId xmlns:p14="http://schemas.microsoft.com/office/powerpoint/2010/main" val="96516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Enforce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9DEF3F-F225-4998-A776-8DAD85697CAD}"/>
              </a:ext>
            </a:extLst>
          </p:cNvPr>
          <p:cNvSpPr txBox="1"/>
          <p:nvPr/>
        </p:nvSpPr>
        <p:spPr>
          <a:xfrm>
            <a:off x="1261699" y="4842069"/>
            <a:ext cx="246304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Azure Policy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0E0C7F-82A8-45A2-B16E-BFD905D3F70C}"/>
              </a:ext>
            </a:extLst>
          </p:cNvPr>
          <p:cNvSpPr txBox="1"/>
          <p:nvPr/>
        </p:nvSpPr>
        <p:spPr>
          <a:xfrm>
            <a:off x="8206518" y="4842069"/>
            <a:ext cx="3328155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Azure Blueprints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6CB7DC5-FAA1-46F0-89CF-3806D276C5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37147" y="2295555"/>
            <a:ext cx="1969856" cy="196985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9E713B9-BDEA-4BC1-A90B-96DBA5324C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84997" y="2295555"/>
            <a:ext cx="1969856" cy="196985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2F007A8-095C-404B-BC8F-B87251C2EE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57499" y="2295555"/>
            <a:ext cx="1969856" cy="19698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37727D5-DD40-4698-9B48-0B5DDBB8B852}"/>
              </a:ext>
            </a:extLst>
          </p:cNvPr>
          <p:cNvSpPr txBox="1"/>
          <p:nvPr/>
        </p:nvSpPr>
        <p:spPr>
          <a:xfrm>
            <a:off x="4099362" y="4842069"/>
            <a:ext cx="3755836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Cost Management</a:t>
            </a:r>
          </a:p>
        </p:txBody>
      </p:sp>
    </p:spTree>
    <p:extLst>
      <p:ext uri="{BB962C8B-B14F-4D97-AF65-F5344CB8AC3E}">
        <p14:creationId xmlns:p14="http://schemas.microsoft.com/office/powerpoint/2010/main" val="2052538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Regain Control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586391" y="1434371"/>
            <a:ext cx="11018520" cy="480131"/>
          </a:xfrm>
        </p:spPr>
        <p:txBody>
          <a:bodyPr/>
          <a:lstStyle/>
          <a:p>
            <a:endParaRPr lang="en-US" i="1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523684A-7AD2-427D-9247-B568DDDD0381}"/>
              </a:ext>
            </a:extLst>
          </p:cNvPr>
          <p:cNvGraphicFramePr/>
          <p:nvPr/>
        </p:nvGraphicFramePr>
        <p:xfrm>
          <a:off x="2032000" y="71966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0689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CEB26C8-65BB-4E92-9989-1CB148A2C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301" y="1709523"/>
            <a:ext cx="609600" cy="6096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5094387-71F3-427E-BEC9-90B1FE0315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301" y="3659616"/>
            <a:ext cx="609600" cy="6096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99C1202-EDDD-4BA1-8DA3-4795013076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7301" y="2684569"/>
            <a:ext cx="609600" cy="6096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F05C093-CDCD-4E43-B116-528145F88DB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7301" y="4634663"/>
            <a:ext cx="609600" cy="6096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DB20E34-69DA-493F-B7A7-7BF60D5EDD88}"/>
              </a:ext>
            </a:extLst>
          </p:cNvPr>
          <p:cNvSpPr txBox="1"/>
          <p:nvPr/>
        </p:nvSpPr>
        <p:spPr>
          <a:xfrm>
            <a:off x="1290822" y="1645801"/>
            <a:ext cx="858529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Understand what you are spending &amp; why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13657D-925A-41F6-A399-5776827473A6}"/>
              </a:ext>
            </a:extLst>
          </p:cNvPr>
          <p:cNvSpPr txBox="1"/>
          <p:nvPr/>
        </p:nvSpPr>
        <p:spPr>
          <a:xfrm>
            <a:off x="1290821" y="2834401"/>
            <a:ext cx="9971832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Know that only approved resources are deployed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4D876D-CDCC-483F-8041-DBF4E4D2D39A}"/>
              </a:ext>
            </a:extLst>
          </p:cNvPr>
          <p:cNvSpPr txBox="1"/>
          <p:nvPr/>
        </p:nvSpPr>
        <p:spPr>
          <a:xfrm>
            <a:off x="1290822" y="3715217"/>
            <a:ext cx="1061918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Know that you are adhering to security best practice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B42552-BACC-4B5C-98A7-D6ACCFE3EB3A}"/>
              </a:ext>
            </a:extLst>
          </p:cNvPr>
          <p:cNvSpPr txBox="1"/>
          <p:nvPr/>
        </p:nvSpPr>
        <p:spPr>
          <a:xfrm>
            <a:off x="1290822" y="4733671"/>
            <a:ext cx="4464043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4"/>
            <a:r>
              <a:rPr lang="en-GB" sz="36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Further improvement!</a:t>
            </a:r>
          </a:p>
        </p:txBody>
      </p:sp>
    </p:spTree>
    <p:extLst>
      <p:ext uri="{BB962C8B-B14F-4D97-AF65-F5344CB8AC3E}">
        <p14:creationId xmlns:p14="http://schemas.microsoft.com/office/powerpoint/2010/main" val="3508031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063BD4F-205F-4FC4-9E4A-747F0028D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 Cogan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062B6-DDC6-4C83-A523-FE86A8241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19</a:t>
            </a:fld>
            <a:endParaRPr lang="de-DE"/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E3E83445-C65E-4508-B4BF-9CF7AA783CA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13" b="4813"/>
          <a:stretch>
            <a:fillRect/>
          </a:stretch>
        </p:blipFill>
        <p:spPr/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152EB9-C741-40B8-8110-C59D9E1DFE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defTabSz="914344"/>
            <a:r>
              <a:rPr lang="en-GB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Solution Architect – Willis Towers Watson</a:t>
            </a:r>
          </a:p>
          <a:p>
            <a:pPr defTabSz="914344"/>
            <a:r>
              <a:rPr lang="en-GB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</a:rPr>
              <a:t>Microsoft Azure MVP</a:t>
            </a:r>
            <a:endParaRPr lang="en-US" dirty="0">
              <a:gradFill>
                <a:gsLst>
                  <a:gs pos="2917">
                    <a:srgbClr val="1A1A1A"/>
                  </a:gs>
                  <a:gs pos="30000">
                    <a:srgbClr val="1A1A1A"/>
                  </a:gs>
                </a:gsLst>
                <a:lin ang="5400000" scaled="0"/>
              </a:gradFill>
              <a:latin typeface="Segoe UI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72773C-71DB-4721-9AD7-4B516AD1E4AD}"/>
              </a:ext>
            </a:extLst>
          </p:cNvPr>
          <p:cNvSpPr txBox="1"/>
          <p:nvPr/>
        </p:nvSpPr>
        <p:spPr>
          <a:xfrm>
            <a:off x="4986837" y="4829030"/>
            <a:ext cx="252714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85775">
              <a:buClrTx/>
            </a:pPr>
            <a:r>
              <a:rPr lang="en-GB" sz="2800" kern="12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  <a:ea typeface="+mn-ea"/>
                <a:cs typeface="+mn-cs"/>
              </a:rPr>
              <a:t>samcogan.com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CEA8A2E4-7D4A-4826-B6AB-D5DE52722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76590" y="4882815"/>
            <a:ext cx="351510" cy="35151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6344D3F-0190-422C-A528-65DE02256F46}"/>
              </a:ext>
            </a:extLst>
          </p:cNvPr>
          <p:cNvSpPr txBox="1"/>
          <p:nvPr/>
        </p:nvSpPr>
        <p:spPr>
          <a:xfrm>
            <a:off x="4986837" y="5330659"/>
            <a:ext cx="196047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685775">
              <a:buClrTx/>
            </a:pPr>
            <a:r>
              <a:rPr lang="en-GB" sz="2800" kern="1200" dirty="0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  <a:ea typeface="+mn-ea"/>
                <a:cs typeface="+mn-cs"/>
              </a:rPr>
              <a:t>@</a:t>
            </a:r>
            <a:r>
              <a:rPr lang="en-GB" sz="2800" kern="1200" dirty="0" err="1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  <a:ea typeface="+mn-ea"/>
                <a:cs typeface="+mn-cs"/>
              </a:rPr>
              <a:t>samcogan</a:t>
            </a:r>
            <a:endParaRPr lang="en-GB" sz="2800" kern="1200" dirty="0">
              <a:gradFill>
                <a:gsLst>
                  <a:gs pos="2917">
                    <a:srgbClr val="1A1A1A"/>
                  </a:gs>
                  <a:gs pos="30000">
                    <a:srgbClr val="1A1A1A"/>
                  </a:gs>
                </a:gsLst>
                <a:lin ang="5400000" scaled="0"/>
              </a:gradFill>
              <a:latin typeface="Segoe UI"/>
              <a:ea typeface="+mn-ea"/>
              <a:cs typeface="+mn-cs"/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7DCC9E41-A6D7-47EC-95D7-FBF84E7A88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76590" y="5370348"/>
            <a:ext cx="351510" cy="35151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E451CB9-D1E3-40ED-8F30-D72F05D82E7C}"/>
              </a:ext>
            </a:extLst>
          </p:cNvPr>
          <p:cNvSpPr txBox="1"/>
          <p:nvPr/>
        </p:nvSpPr>
        <p:spPr>
          <a:xfrm>
            <a:off x="4981592" y="5814457"/>
            <a:ext cx="1761701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685775">
              <a:buClrTx/>
            </a:pPr>
            <a:r>
              <a:rPr lang="en-GB" sz="2800" kern="1200" dirty="0" err="1">
                <a:gradFill>
                  <a:gsLst>
                    <a:gs pos="2917">
                      <a:srgbClr val="1A1A1A"/>
                    </a:gs>
                    <a:gs pos="30000">
                      <a:srgbClr val="1A1A1A"/>
                    </a:gs>
                  </a:gsLst>
                  <a:lin ang="5400000" scaled="0"/>
                </a:gradFill>
                <a:latin typeface="Segoe UI"/>
                <a:ea typeface="+mn-ea"/>
                <a:cs typeface="+mn-cs"/>
              </a:rPr>
              <a:t>sam-cogan</a:t>
            </a:r>
            <a:endParaRPr lang="en-GB" sz="2800" kern="1200" dirty="0">
              <a:gradFill>
                <a:gsLst>
                  <a:gs pos="2917">
                    <a:srgbClr val="1A1A1A"/>
                  </a:gs>
                  <a:gs pos="30000">
                    <a:srgbClr val="1A1A1A"/>
                  </a:gs>
                </a:gsLst>
                <a:lin ang="5400000" scaled="0"/>
              </a:gradFill>
              <a:latin typeface="Segoe UI"/>
              <a:ea typeface="+mn-ea"/>
              <a:cs typeface="+mn-cs"/>
            </a:endParaRP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42439C0B-FA8E-4298-AEFD-44A54972FD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6590" y="5857882"/>
            <a:ext cx="351510" cy="35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801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67D09-3D08-4641-A464-E40519780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Thank</a:t>
            </a:r>
            <a:r>
              <a:rPr lang="de-DE" dirty="0"/>
              <a:t> you!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88B3B-54EE-43D0-A35B-EAC3462CA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40627"/>
            <a:ext cx="10515600" cy="3236336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Please</a:t>
            </a:r>
            <a:r>
              <a:rPr lang="de-DE" dirty="0"/>
              <a:t> </a:t>
            </a:r>
            <a:r>
              <a:rPr lang="de-DE" dirty="0" err="1"/>
              <a:t>share</a:t>
            </a:r>
            <a:r>
              <a:rPr lang="de-DE" dirty="0"/>
              <a:t> Feedback with </a:t>
            </a:r>
            <a:r>
              <a:rPr lang="de-DE" dirty="0" err="1"/>
              <a:t>us</a:t>
            </a:r>
            <a:r>
              <a:rPr lang="de-DE" dirty="0"/>
              <a:t>: </a:t>
            </a:r>
          </a:p>
          <a:p>
            <a:pPr marL="0" indent="0">
              <a:buNone/>
            </a:pPr>
            <a:endParaRPr lang="de-DE" dirty="0"/>
          </a:p>
          <a:p>
            <a:pPr marL="0" indent="0" algn="ctr">
              <a:buNone/>
            </a:pPr>
            <a:r>
              <a:rPr lang="de-DE" sz="3200" dirty="0"/>
              <a:t>Feedback.complianceinsider.de 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9CD52-F35F-4BAC-818E-B8769831B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46B5-1F95-4CFB-9FD8-C0DE70A87471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0088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39BAB9210161842844753CD05BA5B6E" ma:contentTypeVersion="0" ma:contentTypeDescription="Ein neues Dokument erstellen." ma:contentTypeScope="" ma:versionID="520a8542ba62d65dcace27c5ff399f3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5b3f070da4113216be73f2ba5b8076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D2991B-AF41-4C4B-88AC-04266C99F140}">
  <ds:schemaRefs>
    <ds:schemaRef ds:uri="http://purl.org/dc/elements/1.1/"/>
    <ds:schemaRef ds:uri="http://purl.org/dc/dcmitype/"/>
    <ds:schemaRef ds:uri="cb16abb3-3c94-4863-955a-aee75d96a218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e1265076-d882-413c-9408-37daf7ffcae9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123BC00-E799-4CB9-9161-4B9552C60C2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646A03-4090-48E6-B57F-55D3CA5644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749</Words>
  <Application>Microsoft Office PowerPoint</Application>
  <PresentationFormat>Widescreen</PresentationFormat>
  <Paragraphs>142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Calibri Light</vt:lpstr>
      <vt:lpstr>Segoe UI</vt:lpstr>
      <vt:lpstr>Segoe UI Black</vt:lpstr>
      <vt:lpstr>Segoe UI Light</vt:lpstr>
      <vt:lpstr>Office</vt:lpstr>
      <vt:lpstr>1_Office</vt:lpstr>
      <vt:lpstr>Custom Design</vt:lpstr>
      <vt:lpstr>PowerPoint Presentation</vt:lpstr>
      <vt:lpstr>Regain Control with Azure Governance</vt:lpstr>
      <vt:lpstr>Sponsor</vt:lpstr>
      <vt:lpstr>Sam Cogan</vt:lpstr>
      <vt:lpstr>Regain Control</vt:lpstr>
      <vt:lpstr>Regain Control</vt:lpstr>
      <vt:lpstr>Regain Control</vt:lpstr>
      <vt:lpstr>Review</vt:lpstr>
      <vt:lpstr>Review</vt:lpstr>
      <vt:lpstr>Organise</vt:lpstr>
      <vt:lpstr>Organise</vt:lpstr>
      <vt:lpstr>Management Groups</vt:lpstr>
      <vt:lpstr>Audit</vt:lpstr>
      <vt:lpstr>Audit</vt:lpstr>
      <vt:lpstr>Enforce</vt:lpstr>
      <vt:lpstr>Enforce</vt:lpstr>
      <vt:lpstr>Regain Control</vt:lpstr>
      <vt:lpstr>Review</vt:lpstr>
      <vt:lpstr>Sam Cogan</vt:lpstr>
      <vt:lpstr>Thank you!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Jennifer Eimertenbrink</dc:creator>
  <cp:lastModifiedBy>Sam Cogan</cp:lastModifiedBy>
  <cp:revision>7</cp:revision>
  <dcterms:created xsi:type="dcterms:W3CDTF">2021-01-25T01:15:40Z</dcterms:created>
  <dcterms:modified xsi:type="dcterms:W3CDTF">2021-02-04T20:09:35Z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0x010100D39BAB9210161842844753CD05BA5B6E</vt:lpwstr>
  </property>
</Properties>
</file>